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sldIdLst>
    <p:sldId id="256" r:id="rId2"/>
    <p:sldId id="257" r:id="rId3"/>
    <p:sldId id="258" r:id="rId4"/>
    <p:sldId id="275" r:id="rId5"/>
    <p:sldId id="276" r:id="rId6"/>
    <p:sldId id="277" r:id="rId7"/>
    <p:sldId id="278" r:id="rId8"/>
    <p:sldId id="279" r:id="rId9"/>
    <p:sldId id="280" r:id="rId10"/>
    <p:sldId id="281" r:id="rId11"/>
    <p:sldId id="282" r:id="rId12"/>
    <p:sldId id="283" r:id="rId13"/>
    <p:sldId id="285" r:id="rId14"/>
    <p:sldId id="291" r:id="rId15"/>
    <p:sldId id="286" r:id="rId16"/>
    <p:sldId id="287" r:id="rId17"/>
    <p:sldId id="288" r:id="rId18"/>
    <p:sldId id="289" r:id="rId19"/>
    <p:sldId id="292" r:id="rId20"/>
    <p:sldId id="290" r:id="rId21"/>
    <p:sldId id="260" r:id="rId22"/>
    <p:sldId id="26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843F24-85BA-472D-9172-B9FD8E4F2735}" v="4" dt="2026-04-14T03:48:08.8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mol Shrivastava" userId="5ae8be1523e6fcc2" providerId="LiveId" clId="{B5A54591-2CB5-4D36-9EB4-D1835D84B6D6}"/>
    <pc:docChg chg="undo custSel addSld modSld sldOrd">
      <pc:chgData name="Anmol Shrivastava" userId="5ae8be1523e6fcc2" providerId="LiveId" clId="{B5A54591-2CB5-4D36-9EB4-D1835D84B6D6}" dt="2026-04-14T03:50:50.904" v="2105" actId="12"/>
      <pc:docMkLst>
        <pc:docMk/>
      </pc:docMkLst>
      <pc:sldChg chg="addSp delSp modSp mod">
        <pc:chgData name="Anmol Shrivastava" userId="5ae8be1523e6fcc2" providerId="LiveId" clId="{B5A54591-2CB5-4D36-9EB4-D1835D84B6D6}" dt="2026-03-29T16:52:28.411" v="595" actId="14100"/>
        <pc:sldMkLst>
          <pc:docMk/>
          <pc:sldMk cId="1493638337" sldId="256"/>
        </pc:sldMkLst>
        <pc:spChg chg="mod">
          <ac:chgData name="Anmol Shrivastava" userId="5ae8be1523e6fcc2" providerId="LiveId" clId="{B5A54591-2CB5-4D36-9EB4-D1835D84B6D6}" dt="2026-03-29T16:52:28.411" v="595" actId="14100"/>
          <ac:spMkLst>
            <pc:docMk/>
            <pc:sldMk cId="1493638337" sldId="256"/>
            <ac:spMk id="2" creationId="{7112C7A6-33D3-D1A7-B375-DF417EFB830C}"/>
          </ac:spMkLst>
        </pc:spChg>
        <pc:spChg chg="mod">
          <ac:chgData name="Anmol Shrivastava" userId="5ae8be1523e6fcc2" providerId="LiveId" clId="{B5A54591-2CB5-4D36-9EB4-D1835D84B6D6}" dt="2026-03-29T16:51:46.977" v="590" actId="255"/>
          <ac:spMkLst>
            <pc:docMk/>
            <pc:sldMk cId="1493638337" sldId="256"/>
            <ac:spMk id="8" creationId="{3012DD1E-CBF6-AF68-F9CA-039CDEBF2C5B}"/>
          </ac:spMkLst>
        </pc:spChg>
        <pc:picChg chg="add mod">
          <ac:chgData name="Anmol Shrivastava" userId="5ae8be1523e6fcc2" providerId="LiveId" clId="{B5A54591-2CB5-4D36-9EB4-D1835D84B6D6}" dt="2026-03-28T07:25:29.992" v="466" actId="14100"/>
          <ac:picMkLst>
            <pc:docMk/>
            <pc:sldMk cId="1493638337" sldId="256"/>
            <ac:picMk id="7" creationId="{64A72D04-9B65-C1CD-3EF9-7957DEDB9D3D}"/>
          </ac:picMkLst>
        </pc:picChg>
      </pc:sldChg>
      <pc:sldChg chg="modSp mod">
        <pc:chgData name="Anmol Shrivastava" userId="5ae8be1523e6fcc2" providerId="LiveId" clId="{B5A54591-2CB5-4D36-9EB4-D1835D84B6D6}" dt="2026-03-29T16:52:14.276" v="592" actId="255"/>
        <pc:sldMkLst>
          <pc:docMk/>
          <pc:sldMk cId="3057228373" sldId="257"/>
        </pc:sldMkLst>
        <pc:spChg chg="mod">
          <ac:chgData name="Anmol Shrivastava" userId="5ae8be1523e6fcc2" providerId="LiveId" clId="{B5A54591-2CB5-4D36-9EB4-D1835D84B6D6}" dt="2026-03-29T16:52:14.276" v="592" actId="255"/>
          <ac:spMkLst>
            <pc:docMk/>
            <pc:sldMk cId="3057228373" sldId="257"/>
            <ac:spMk id="5" creationId="{346BFB1D-C651-F97C-5207-34A9A3A3FF16}"/>
          </ac:spMkLst>
        </pc:spChg>
        <pc:picChg chg="mod">
          <ac:chgData name="Anmol Shrivastava" userId="5ae8be1523e6fcc2" providerId="LiveId" clId="{B5A54591-2CB5-4D36-9EB4-D1835D84B6D6}" dt="2026-03-29T16:43:14.358" v="525" actId="14100"/>
          <ac:picMkLst>
            <pc:docMk/>
            <pc:sldMk cId="3057228373" sldId="257"/>
            <ac:picMk id="7" creationId="{7D3C90AA-F1F1-6F30-14C6-3BB219B74D6D}"/>
          </ac:picMkLst>
        </pc:picChg>
      </pc:sldChg>
      <pc:sldChg chg="addSp delSp modSp mod ord">
        <pc:chgData name="Anmol Shrivastava" userId="5ae8be1523e6fcc2" providerId="LiveId" clId="{B5A54591-2CB5-4D36-9EB4-D1835D84B6D6}" dt="2026-03-29T16:53:19.303" v="597"/>
        <pc:sldMkLst>
          <pc:docMk/>
          <pc:sldMk cId="4188231619" sldId="258"/>
        </pc:sldMkLst>
        <pc:spChg chg="mod">
          <ac:chgData name="Anmol Shrivastava" userId="5ae8be1523e6fcc2" providerId="LiveId" clId="{B5A54591-2CB5-4D36-9EB4-D1835D84B6D6}" dt="2026-03-29T16:52:06.921" v="591" actId="255"/>
          <ac:spMkLst>
            <pc:docMk/>
            <pc:sldMk cId="4188231619" sldId="258"/>
            <ac:spMk id="5" creationId="{1F5A0049-8C5B-7419-E321-70E52D27BE6F}"/>
          </ac:spMkLst>
        </pc:spChg>
        <pc:spChg chg="mod">
          <ac:chgData name="Anmol Shrivastava" userId="5ae8be1523e6fcc2" providerId="LiveId" clId="{B5A54591-2CB5-4D36-9EB4-D1835D84B6D6}" dt="2026-03-28T06:38:25.385" v="397" actId="12"/>
          <ac:spMkLst>
            <pc:docMk/>
            <pc:sldMk cId="4188231619" sldId="258"/>
            <ac:spMk id="7" creationId="{75094798-8450-88F9-322F-364338D04260}"/>
          </ac:spMkLst>
        </pc:spChg>
        <pc:picChg chg="add mod ord">
          <ac:chgData name="Anmol Shrivastava" userId="5ae8be1523e6fcc2" providerId="LiveId" clId="{B5A54591-2CB5-4D36-9EB4-D1835D84B6D6}" dt="2026-03-28T06:47:24.214" v="451" actId="14100"/>
          <ac:picMkLst>
            <pc:docMk/>
            <pc:sldMk cId="4188231619" sldId="258"/>
            <ac:picMk id="8" creationId="{C82543B1-CEE6-8FF6-E1B1-89B028A83B48}"/>
          </ac:picMkLst>
        </pc:picChg>
      </pc:sldChg>
      <pc:sldChg chg="addSp delSp modSp mod">
        <pc:chgData name="Anmol Shrivastava" userId="5ae8be1523e6fcc2" providerId="LiveId" clId="{B5A54591-2CB5-4D36-9EB4-D1835D84B6D6}" dt="2026-03-31T12:25:25.304" v="1459" actId="14100"/>
        <pc:sldMkLst>
          <pc:docMk/>
          <pc:sldMk cId="1956486738" sldId="259"/>
        </pc:sldMkLst>
        <pc:spChg chg="add mod">
          <ac:chgData name="Anmol Shrivastava" userId="5ae8be1523e6fcc2" providerId="LiveId" clId="{B5A54591-2CB5-4D36-9EB4-D1835D84B6D6}" dt="2026-03-31T12:25:15.829" v="1457" actId="1076"/>
          <ac:spMkLst>
            <pc:docMk/>
            <pc:sldMk cId="1956486738" sldId="259"/>
            <ac:spMk id="3" creationId="{347EC2D4-47E5-8B03-4A8F-55A2B0734085}"/>
          </ac:spMkLst>
        </pc:spChg>
        <pc:spChg chg="mod">
          <ac:chgData name="Anmol Shrivastava" userId="5ae8be1523e6fcc2" providerId="LiveId" clId="{B5A54591-2CB5-4D36-9EB4-D1835D84B6D6}" dt="2026-03-29T16:53:54.444" v="598" actId="255"/>
          <ac:spMkLst>
            <pc:docMk/>
            <pc:sldMk cId="1956486738" sldId="259"/>
            <ac:spMk id="5" creationId="{55145B44-72A0-460A-6E41-E52ECF20ADEA}"/>
          </ac:spMkLst>
        </pc:spChg>
        <pc:spChg chg="mod">
          <ac:chgData name="Anmol Shrivastava" userId="5ae8be1523e6fcc2" providerId="LiveId" clId="{B5A54591-2CB5-4D36-9EB4-D1835D84B6D6}" dt="2026-03-31T12:25:25.304" v="1459" actId="14100"/>
          <ac:spMkLst>
            <pc:docMk/>
            <pc:sldMk cId="1956486738" sldId="259"/>
            <ac:spMk id="6" creationId="{32F19797-1F3E-ABE2-AC5C-BCECBD3859B1}"/>
          </ac:spMkLst>
        </pc:spChg>
        <pc:spChg chg="mod">
          <ac:chgData name="Anmol Shrivastava" userId="5ae8be1523e6fcc2" providerId="LiveId" clId="{B5A54591-2CB5-4D36-9EB4-D1835D84B6D6}" dt="2026-03-31T12:25:19.722" v="1458" actId="14100"/>
          <ac:spMkLst>
            <pc:docMk/>
            <pc:sldMk cId="1956486738" sldId="259"/>
            <ac:spMk id="7" creationId="{14199719-0796-BD77-428B-CE7116FEB3BE}"/>
          </ac:spMkLst>
        </pc:spChg>
        <pc:spChg chg="mod">
          <ac:chgData name="Anmol Shrivastava" userId="5ae8be1523e6fcc2" providerId="LiveId" clId="{B5A54591-2CB5-4D36-9EB4-D1835D84B6D6}" dt="2026-03-31T12:25:07.022" v="1454" actId="1076"/>
          <ac:spMkLst>
            <pc:docMk/>
            <pc:sldMk cId="1956486738" sldId="259"/>
            <ac:spMk id="8" creationId="{B8841881-5F36-75FA-090C-70E84A285EE1}"/>
          </ac:spMkLst>
        </pc:spChg>
        <pc:picChg chg="mod">
          <ac:chgData name="Anmol Shrivastava" userId="5ae8be1523e6fcc2" providerId="LiveId" clId="{B5A54591-2CB5-4D36-9EB4-D1835D84B6D6}" dt="2026-03-28T06:23:49.639" v="261" actId="207"/>
          <ac:picMkLst>
            <pc:docMk/>
            <pc:sldMk cId="1956486738" sldId="259"/>
            <ac:picMk id="4" creationId="{3CE64A41-AA95-19A6-CE02-31CEE05C748A}"/>
          </ac:picMkLst>
        </pc:picChg>
      </pc:sldChg>
      <pc:sldChg chg="addSp modSp mod">
        <pc:chgData name="Anmol Shrivastava" userId="5ae8be1523e6fcc2" providerId="LiveId" clId="{B5A54591-2CB5-4D36-9EB4-D1835D84B6D6}" dt="2026-04-14T03:50:50.904" v="2105" actId="12"/>
        <pc:sldMkLst>
          <pc:docMk/>
          <pc:sldMk cId="1320431687" sldId="260"/>
        </pc:sldMkLst>
        <pc:spChg chg="mod">
          <ac:chgData name="Anmol Shrivastava" userId="5ae8be1523e6fcc2" providerId="LiveId" clId="{B5A54591-2CB5-4D36-9EB4-D1835D84B6D6}" dt="2026-03-29T17:12:24.719" v="1428" actId="255"/>
          <ac:spMkLst>
            <pc:docMk/>
            <pc:sldMk cId="1320431687" sldId="260"/>
            <ac:spMk id="5" creationId="{2790AD4E-4595-CF98-05C4-2815B3F2CE8E}"/>
          </ac:spMkLst>
        </pc:spChg>
        <pc:spChg chg="mod">
          <ac:chgData name="Anmol Shrivastava" userId="5ae8be1523e6fcc2" providerId="LiveId" clId="{B5A54591-2CB5-4D36-9EB4-D1835D84B6D6}" dt="2026-04-14T03:50:50.904" v="2105" actId="12"/>
          <ac:spMkLst>
            <pc:docMk/>
            <pc:sldMk cId="1320431687" sldId="260"/>
            <ac:spMk id="6" creationId="{DF84F2F8-F71F-26AE-1724-2961ADFEB1CB}"/>
          </ac:spMkLst>
        </pc:spChg>
        <pc:picChg chg="add mod">
          <ac:chgData name="Anmol Shrivastava" userId="5ae8be1523e6fcc2" providerId="LiveId" clId="{B5A54591-2CB5-4D36-9EB4-D1835D84B6D6}" dt="2026-03-28T07:26:16.463" v="468" actId="1076"/>
          <ac:picMkLst>
            <pc:docMk/>
            <pc:sldMk cId="1320431687" sldId="260"/>
            <ac:picMk id="2" creationId="{90ED2749-089F-5B6B-B401-51DA8C7CE009}"/>
          </ac:picMkLst>
        </pc:picChg>
      </pc:sldChg>
      <pc:sldChg chg="addSp delSp modSp mod">
        <pc:chgData name="Anmol Shrivastava" userId="5ae8be1523e6fcc2" providerId="LiveId" clId="{B5A54591-2CB5-4D36-9EB4-D1835D84B6D6}" dt="2026-03-28T06:48:35.162" v="453" actId="14100"/>
        <pc:sldMkLst>
          <pc:docMk/>
          <pc:sldMk cId="586428132" sldId="275"/>
        </pc:sldMkLst>
        <pc:spChg chg="add mod">
          <ac:chgData name="Anmol Shrivastava" userId="5ae8be1523e6fcc2" providerId="LiveId" clId="{B5A54591-2CB5-4D36-9EB4-D1835D84B6D6}" dt="2026-03-28T06:40:01.722" v="416" actId="1076"/>
          <ac:spMkLst>
            <pc:docMk/>
            <pc:sldMk cId="586428132" sldId="275"/>
            <ac:spMk id="3" creationId="{5092661A-28EC-9DF4-F1A5-E4BDA4934438}"/>
          </ac:spMkLst>
        </pc:spChg>
        <pc:spChg chg="mod">
          <ac:chgData name="Anmol Shrivastava" userId="5ae8be1523e6fcc2" providerId="LiveId" clId="{B5A54591-2CB5-4D36-9EB4-D1835D84B6D6}" dt="2026-03-28T06:37:11.363" v="380" actId="14100"/>
          <ac:spMkLst>
            <pc:docMk/>
            <pc:sldMk cId="586428132" sldId="275"/>
            <ac:spMk id="5" creationId="{7F7B213D-2D9B-237E-60F1-0FF2E15EA4DE}"/>
          </ac:spMkLst>
        </pc:spChg>
        <pc:spChg chg="mod">
          <ac:chgData name="Anmol Shrivastava" userId="5ae8be1523e6fcc2" providerId="LiveId" clId="{B5A54591-2CB5-4D36-9EB4-D1835D84B6D6}" dt="2026-03-28T06:38:14.660" v="396" actId="20577"/>
          <ac:spMkLst>
            <pc:docMk/>
            <pc:sldMk cId="586428132" sldId="275"/>
            <ac:spMk id="7" creationId="{2193EF36-D62C-307D-9B1A-1FA040A6E0B9}"/>
          </ac:spMkLst>
        </pc:spChg>
        <pc:picChg chg="mod">
          <ac:chgData name="Anmol Shrivastava" userId="5ae8be1523e6fcc2" providerId="LiveId" clId="{B5A54591-2CB5-4D36-9EB4-D1835D84B6D6}" dt="2026-03-28T06:22:17.628" v="250" actId="207"/>
          <ac:picMkLst>
            <pc:docMk/>
            <pc:sldMk cId="586428132" sldId="275"/>
            <ac:picMk id="4" creationId="{5AC2E88D-4CB4-E342-7F3D-0EB1416E7A8D}"/>
          </ac:picMkLst>
        </pc:picChg>
        <pc:picChg chg="add mod">
          <ac:chgData name="Anmol Shrivastava" userId="5ae8be1523e6fcc2" providerId="LiveId" clId="{B5A54591-2CB5-4D36-9EB4-D1835D84B6D6}" dt="2026-03-28T06:48:35.162" v="453" actId="14100"/>
          <ac:picMkLst>
            <pc:docMk/>
            <pc:sldMk cId="586428132" sldId="275"/>
            <ac:picMk id="6" creationId="{40334410-94F0-0FD2-C4BF-5E450DFA9E31}"/>
          </ac:picMkLst>
        </pc:picChg>
      </pc:sldChg>
      <pc:sldChg chg="addSp delSp modSp mod">
        <pc:chgData name="Anmol Shrivastava" userId="5ae8be1523e6fcc2" providerId="LiveId" clId="{B5A54591-2CB5-4D36-9EB4-D1835D84B6D6}" dt="2026-03-28T06:49:51.304" v="457" actId="12"/>
        <pc:sldMkLst>
          <pc:docMk/>
          <pc:sldMk cId="3689612463" sldId="276"/>
        </pc:sldMkLst>
        <pc:spChg chg="add mod">
          <ac:chgData name="Anmol Shrivastava" userId="5ae8be1523e6fcc2" providerId="LiveId" clId="{B5A54591-2CB5-4D36-9EB4-D1835D84B6D6}" dt="2026-03-28T06:44:53.527" v="425" actId="1076"/>
          <ac:spMkLst>
            <pc:docMk/>
            <pc:sldMk cId="3689612463" sldId="276"/>
            <ac:spMk id="3" creationId="{E875F194-A2C9-7534-933D-A4CD20AB7C3A}"/>
          </ac:spMkLst>
        </pc:spChg>
        <pc:spChg chg="mod">
          <ac:chgData name="Anmol Shrivastava" userId="5ae8be1523e6fcc2" providerId="LiveId" clId="{B5A54591-2CB5-4D36-9EB4-D1835D84B6D6}" dt="2026-03-28T06:39:17.908" v="405" actId="14100"/>
          <ac:spMkLst>
            <pc:docMk/>
            <pc:sldMk cId="3689612463" sldId="276"/>
            <ac:spMk id="5" creationId="{2DD09C8C-C22F-CB7F-06CC-75845803BD42}"/>
          </ac:spMkLst>
        </pc:spChg>
        <pc:spChg chg="mod">
          <ac:chgData name="Anmol Shrivastava" userId="5ae8be1523e6fcc2" providerId="LiveId" clId="{B5A54591-2CB5-4D36-9EB4-D1835D84B6D6}" dt="2026-03-28T06:49:51.304" v="457" actId="12"/>
          <ac:spMkLst>
            <pc:docMk/>
            <pc:sldMk cId="3689612463" sldId="276"/>
            <ac:spMk id="7" creationId="{2C154B45-D3A9-9373-6F11-AA67CEFEBB8B}"/>
          </ac:spMkLst>
        </pc:spChg>
        <pc:picChg chg="mod">
          <ac:chgData name="Anmol Shrivastava" userId="5ae8be1523e6fcc2" providerId="LiveId" clId="{B5A54591-2CB5-4D36-9EB4-D1835D84B6D6}" dt="2026-03-28T06:22:38.723" v="253" actId="207"/>
          <ac:picMkLst>
            <pc:docMk/>
            <pc:sldMk cId="3689612463" sldId="276"/>
            <ac:picMk id="4" creationId="{BBBED9D9-66DC-ACF1-EB84-5A6F296CFFF2}"/>
          </ac:picMkLst>
        </pc:picChg>
        <pc:picChg chg="add mod">
          <ac:chgData name="Anmol Shrivastava" userId="5ae8be1523e6fcc2" providerId="LiveId" clId="{B5A54591-2CB5-4D36-9EB4-D1835D84B6D6}" dt="2026-03-28T06:47:05.446" v="449" actId="1076"/>
          <ac:picMkLst>
            <pc:docMk/>
            <pc:sldMk cId="3689612463" sldId="276"/>
            <ac:picMk id="6" creationId="{68BE71B2-FF5D-06A7-E33D-2CC72624D058}"/>
          </ac:picMkLst>
        </pc:picChg>
      </pc:sldChg>
      <pc:sldChg chg="addSp delSp modSp mod">
        <pc:chgData name="Anmol Shrivastava" userId="5ae8be1523e6fcc2" providerId="LiveId" clId="{B5A54591-2CB5-4D36-9EB4-D1835D84B6D6}" dt="2026-03-29T17:01:28.918" v="1239"/>
        <pc:sldMkLst>
          <pc:docMk/>
          <pc:sldMk cId="2646151255" sldId="277"/>
        </pc:sldMkLst>
        <pc:spChg chg="mod">
          <ac:chgData name="Anmol Shrivastava" userId="5ae8be1523e6fcc2" providerId="LiveId" clId="{B5A54591-2CB5-4D36-9EB4-D1835D84B6D6}" dt="2026-03-29T16:56:58.986" v="900" actId="255"/>
          <ac:spMkLst>
            <pc:docMk/>
            <pc:sldMk cId="2646151255" sldId="277"/>
            <ac:spMk id="5" creationId="{D73CDDE2-8035-AC46-1C61-8FABC7A50141}"/>
          </ac:spMkLst>
        </pc:spChg>
        <pc:spChg chg="mod">
          <ac:chgData name="Anmol Shrivastava" userId="5ae8be1523e6fcc2" providerId="LiveId" clId="{B5A54591-2CB5-4D36-9EB4-D1835D84B6D6}" dt="2026-03-28T06:24:08.175" v="263" actId="207"/>
          <ac:spMkLst>
            <pc:docMk/>
            <pc:sldMk cId="2646151255" sldId="277"/>
            <ac:spMk id="6" creationId="{71722BBE-A48B-134C-D431-78C6FA3304F0}"/>
          </ac:spMkLst>
        </pc:spChg>
        <pc:spChg chg="mod">
          <ac:chgData name="Anmol Shrivastava" userId="5ae8be1523e6fcc2" providerId="LiveId" clId="{B5A54591-2CB5-4D36-9EB4-D1835D84B6D6}" dt="2026-03-29T17:01:26.952" v="1237" actId="20577"/>
          <ac:spMkLst>
            <pc:docMk/>
            <pc:sldMk cId="2646151255" sldId="277"/>
            <ac:spMk id="7" creationId="{A6AF689F-9315-7509-5106-9E72740ADB6E}"/>
          </ac:spMkLst>
        </pc:spChg>
        <pc:spChg chg="mod">
          <ac:chgData name="Anmol Shrivastava" userId="5ae8be1523e6fcc2" providerId="LiveId" clId="{B5A54591-2CB5-4D36-9EB4-D1835D84B6D6}" dt="2026-03-28T06:24:08.175" v="263" actId="207"/>
          <ac:spMkLst>
            <pc:docMk/>
            <pc:sldMk cId="2646151255" sldId="277"/>
            <ac:spMk id="8" creationId="{DF0328D3-F1FF-46B2-3F37-F97148C9FD21}"/>
          </ac:spMkLst>
        </pc:spChg>
        <pc:graphicFrameChg chg="add mod">
          <ac:chgData name="Anmol Shrivastava" userId="5ae8be1523e6fcc2" providerId="LiveId" clId="{B5A54591-2CB5-4D36-9EB4-D1835D84B6D6}" dt="2026-03-28T06:24:08.175" v="263" actId="207"/>
          <ac:graphicFrameMkLst>
            <pc:docMk/>
            <pc:sldMk cId="2646151255" sldId="277"/>
            <ac:graphicFrameMk id="2" creationId="{EB2D05D6-40B2-991B-F6FF-16775461130A}"/>
          </ac:graphicFrameMkLst>
        </pc:graphicFrameChg>
        <pc:picChg chg="mod">
          <ac:chgData name="Anmol Shrivastava" userId="5ae8be1523e6fcc2" providerId="LiveId" clId="{B5A54591-2CB5-4D36-9EB4-D1835D84B6D6}" dt="2026-03-28T06:24:08.175" v="263" actId="207"/>
          <ac:picMkLst>
            <pc:docMk/>
            <pc:sldMk cId="2646151255" sldId="277"/>
            <ac:picMk id="4" creationId="{8149429C-2D46-FC67-F295-61D58BD8F182}"/>
          </ac:picMkLst>
        </pc:picChg>
      </pc:sldChg>
      <pc:sldChg chg="addSp delSp modSp mod">
        <pc:chgData name="Anmol Shrivastava" userId="5ae8be1523e6fcc2" providerId="LiveId" clId="{B5A54591-2CB5-4D36-9EB4-D1835D84B6D6}" dt="2026-03-31T12:28:27.838" v="1564" actId="113"/>
        <pc:sldMkLst>
          <pc:docMk/>
          <pc:sldMk cId="440688478" sldId="278"/>
        </pc:sldMkLst>
        <pc:spChg chg="mod">
          <ac:chgData name="Anmol Shrivastava" userId="5ae8be1523e6fcc2" providerId="LiveId" clId="{B5A54591-2CB5-4D36-9EB4-D1835D84B6D6}" dt="2026-03-29T17:01:44.745" v="1242" actId="14100"/>
          <ac:spMkLst>
            <pc:docMk/>
            <pc:sldMk cId="440688478" sldId="278"/>
            <ac:spMk id="5" creationId="{3F407CDF-B778-6115-53CD-F736B31FF818}"/>
          </ac:spMkLst>
        </pc:spChg>
        <pc:spChg chg="mod">
          <ac:chgData name="Anmol Shrivastava" userId="5ae8be1523e6fcc2" providerId="LiveId" clId="{B5A54591-2CB5-4D36-9EB4-D1835D84B6D6}" dt="2026-03-29T17:02:07.323" v="1243" actId="255"/>
          <ac:spMkLst>
            <pc:docMk/>
            <pc:sldMk cId="440688478" sldId="278"/>
            <ac:spMk id="6" creationId="{653C6624-669D-2E16-E415-81A43EC5DA59}"/>
          </ac:spMkLst>
        </pc:spChg>
        <pc:spChg chg="mod">
          <ac:chgData name="Anmol Shrivastava" userId="5ae8be1523e6fcc2" providerId="LiveId" clId="{B5A54591-2CB5-4D36-9EB4-D1835D84B6D6}" dt="2026-03-31T12:28:27.838" v="1564" actId="113"/>
          <ac:spMkLst>
            <pc:docMk/>
            <pc:sldMk cId="440688478" sldId="278"/>
            <ac:spMk id="7" creationId="{BB3F9B92-84AC-4557-C266-92844FC87B18}"/>
          </ac:spMkLst>
        </pc:spChg>
        <pc:spChg chg="mod">
          <ac:chgData name="Anmol Shrivastava" userId="5ae8be1523e6fcc2" providerId="LiveId" clId="{B5A54591-2CB5-4D36-9EB4-D1835D84B6D6}" dt="2026-03-31T12:24:26.442" v="1445" actId="27636"/>
          <ac:spMkLst>
            <pc:docMk/>
            <pc:sldMk cId="440688478" sldId="278"/>
            <ac:spMk id="8" creationId="{8D2696CF-200B-08AC-D4CB-72B8747683E8}"/>
          </ac:spMkLst>
        </pc:spChg>
        <pc:graphicFrameChg chg="add mod">
          <ac:chgData name="Anmol Shrivastava" userId="5ae8be1523e6fcc2" providerId="LiveId" clId="{B5A54591-2CB5-4D36-9EB4-D1835D84B6D6}" dt="2026-03-28T06:24:35.880" v="267" actId="207"/>
          <ac:graphicFrameMkLst>
            <pc:docMk/>
            <pc:sldMk cId="440688478" sldId="278"/>
            <ac:graphicFrameMk id="2" creationId="{3F148E71-AB23-F0F4-CC3F-BFCE868A27B1}"/>
          </ac:graphicFrameMkLst>
        </pc:graphicFrameChg>
        <pc:picChg chg="mod">
          <ac:chgData name="Anmol Shrivastava" userId="5ae8be1523e6fcc2" providerId="LiveId" clId="{B5A54591-2CB5-4D36-9EB4-D1835D84B6D6}" dt="2026-03-28T06:24:35.880" v="267" actId="207"/>
          <ac:picMkLst>
            <pc:docMk/>
            <pc:sldMk cId="440688478" sldId="278"/>
            <ac:picMk id="4" creationId="{D233B633-503A-B9EA-491A-647AD9469DC1}"/>
          </ac:picMkLst>
        </pc:picChg>
      </pc:sldChg>
      <pc:sldChg chg="addSp delSp modSp mod">
        <pc:chgData name="Anmol Shrivastava" userId="5ae8be1523e6fcc2" providerId="LiveId" clId="{B5A54591-2CB5-4D36-9EB4-D1835D84B6D6}" dt="2026-03-31T12:28:58.809" v="1568" actId="113"/>
        <pc:sldMkLst>
          <pc:docMk/>
          <pc:sldMk cId="4221053085" sldId="279"/>
        </pc:sldMkLst>
        <pc:spChg chg="mod">
          <ac:chgData name="Anmol Shrivastava" userId="5ae8be1523e6fcc2" providerId="LiveId" clId="{B5A54591-2CB5-4D36-9EB4-D1835D84B6D6}" dt="2026-03-29T17:14:21.353" v="1441" actId="255"/>
          <ac:spMkLst>
            <pc:docMk/>
            <pc:sldMk cId="4221053085" sldId="279"/>
            <ac:spMk id="5" creationId="{54345E7C-A336-FB1E-E102-871871A8CEE2}"/>
          </ac:spMkLst>
        </pc:spChg>
        <pc:spChg chg="mod">
          <ac:chgData name="Anmol Shrivastava" userId="5ae8be1523e6fcc2" providerId="LiveId" clId="{B5A54591-2CB5-4D36-9EB4-D1835D84B6D6}" dt="2026-03-28T06:25:06.837" v="271" actId="207"/>
          <ac:spMkLst>
            <pc:docMk/>
            <pc:sldMk cId="4221053085" sldId="279"/>
            <ac:spMk id="6" creationId="{CC947720-41DB-B705-7582-F1F0951C2FCE}"/>
          </ac:spMkLst>
        </pc:spChg>
        <pc:spChg chg="mod">
          <ac:chgData name="Anmol Shrivastava" userId="5ae8be1523e6fcc2" providerId="LiveId" clId="{B5A54591-2CB5-4D36-9EB4-D1835D84B6D6}" dt="2026-03-31T12:28:58.809" v="1568" actId="113"/>
          <ac:spMkLst>
            <pc:docMk/>
            <pc:sldMk cId="4221053085" sldId="279"/>
            <ac:spMk id="7" creationId="{5F78FE4A-B54B-9826-53D6-E8CC36C8E974}"/>
          </ac:spMkLst>
        </pc:spChg>
        <pc:graphicFrameChg chg="add mod">
          <ac:chgData name="Anmol Shrivastava" userId="5ae8be1523e6fcc2" providerId="LiveId" clId="{B5A54591-2CB5-4D36-9EB4-D1835D84B6D6}" dt="2026-03-29T17:13:57.805" v="1437" actId="1076"/>
          <ac:graphicFrameMkLst>
            <pc:docMk/>
            <pc:sldMk cId="4221053085" sldId="279"/>
            <ac:graphicFrameMk id="3" creationId="{E47337D1-869D-AA6F-ED74-214B2564B187}"/>
          </ac:graphicFrameMkLst>
        </pc:graphicFrameChg>
        <pc:picChg chg="mod">
          <ac:chgData name="Anmol Shrivastava" userId="5ae8be1523e6fcc2" providerId="LiveId" clId="{B5A54591-2CB5-4D36-9EB4-D1835D84B6D6}" dt="2026-03-28T06:25:06.837" v="271" actId="207"/>
          <ac:picMkLst>
            <pc:docMk/>
            <pc:sldMk cId="4221053085" sldId="279"/>
            <ac:picMk id="4" creationId="{423688EA-78F6-E57B-C33B-19F062A2006B}"/>
          </ac:picMkLst>
        </pc:picChg>
      </pc:sldChg>
      <pc:sldChg chg="addSp delSp modSp mod">
        <pc:chgData name="Anmol Shrivastava" userId="5ae8be1523e6fcc2" providerId="LiveId" clId="{B5A54591-2CB5-4D36-9EB4-D1835D84B6D6}" dt="2026-03-31T12:34:24.747" v="1890" actId="20577"/>
        <pc:sldMkLst>
          <pc:docMk/>
          <pc:sldMk cId="4225332131" sldId="280"/>
        </pc:sldMkLst>
        <pc:spChg chg="mod">
          <ac:chgData name="Anmol Shrivastava" userId="5ae8be1523e6fcc2" providerId="LiveId" clId="{B5A54591-2CB5-4D36-9EB4-D1835D84B6D6}" dt="2026-03-29T17:03:04.746" v="1245" actId="255"/>
          <ac:spMkLst>
            <pc:docMk/>
            <pc:sldMk cId="4225332131" sldId="280"/>
            <ac:spMk id="5" creationId="{7A99E5BB-4144-611C-2BE4-1492397E32E4}"/>
          </ac:spMkLst>
        </pc:spChg>
        <pc:spChg chg="mod">
          <ac:chgData name="Anmol Shrivastava" userId="5ae8be1523e6fcc2" providerId="LiveId" clId="{B5A54591-2CB5-4D36-9EB4-D1835D84B6D6}" dt="2026-03-28T06:25:33.160" v="276" actId="207"/>
          <ac:spMkLst>
            <pc:docMk/>
            <pc:sldMk cId="4225332131" sldId="280"/>
            <ac:spMk id="6" creationId="{E3BB38D2-C765-1CBE-36A6-CDDDF84058C6}"/>
          </ac:spMkLst>
        </pc:spChg>
        <pc:spChg chg="mod">
          <ac:chgData name="Anmol Shrivastava" userId="5ae8be1523e6fcc2" providerId="LiveId" clId="{B5A54591-2CB5-4D36-9EB4-D1835D84B6D6}" dt="2026-03-31T12:34:24.747" v="1890" actId="20577"/>
          <ac:spMkLst>
            <pc:docMk/>
            <pc:sldMk cId="4225332131" sldId="280"/>
            <ac:spMk id="7" creationId="{295C5D2E-AC92-E14D-26CE-CF557A8203AA}"/>
          </ac:spMkLst>
        </pc:spChg>
        <pc:graphicFrameChg chg="add mod">
          <ac:chgData name="Anmol Shrivastava" userId="5ae8be1523e6fcc2" providerId="LiveId" clId="{B5A54591-2CB5-4D36-9EB4-D1835D84B6D6}" dt="2026-03-31T12:32:41.760" v="1863" actId="1076"/>
          <ac:graphicFrameMkLst>
            <pc:docMk/>
            <pc:sldMk cId="4225332131" sldId="280"/>
            <ac:graphicFrameMk id="9" creationId="{498B156B-8FE5-89F7-B387-08847316C9E3}"/>
          </ac:graphicFrameMkLst>
        </pc:graphicFrameChg>
        <pc:picChg chg="mod">
          <ac:chgData name="Anmol Shrivastava" userId="5ae8be1523e6fcc2" providerId="LiveId" clId="{B5A54591-2CB5-4D36-9EB4-D1835D84B6D6}" dt="2026-03-28T06:25:33.160" v="276" actId="207"/>
          <ac:picMkLst>
            <pc:docMk/>
            <pc:sldMk cId="4225332131" sldId="280"/>
            <ac:picMk id="4" creationId="{BD57A4E5-7158-19FA-A182-369169AAD951}"/>
          </ac:picMkLst>
        </pc:picChg>
      </pc:sldChg>
      <pc:sldChg chg="addSp delSp modSp mod">
        <pc:chgData name="Anmol Shrivastava" userId="5ae8be1523e6fcc2" providerId="LiveId" clId="{B5A54591-2CB5-4D36-9EB4-D1835D84B6D6}" dt="2026-03-31T12:39:12.438" v="1934" actId="20577"/>
        <pc:sldMkLst>
          <pc:docMk/>
          <pc:sldMk cId="2503813703" sldId="281"/>
        </pc:sldMkLst>
        <pc:spChg chg="mod">
          <ac:chgData name="Anmol Shrivastava" userId="5ae8be1523e6fcc2" providerId="LiveId" clId="{B5A54591-2CB5-4D36-9EB4-D1835D84B6D6}" dt="2026-03-29T17:13:46.486" v="1436" actId="255"/>
          <ac:spMkLst>
            <pc:docMk/>
            <pc:sldMk cId="2503813703" sldId="281"/>
            <ac:spMk id="5" creationId="{97A07453-0071-7FF1-7452-E25DE627F454}"/>
          </ac:spMkLst>
        </pc:spChg>
        <pc:spChg chg="mod">
          <ac:chgData name="Anmol Shrivastava" userId="5ae8be1523e6fcc2" providerId="LiveId" clId="{B5A54591-2CB5-4D36-9EB4-D1835D84B6D6}" dt="2026-03-28T06:25:58.896" v="280" actId="2711"/>
          <ac:spMkLst>
            <pc:docMk/>
            <pc:sldMk cId="2503813703" sldId="281"/>
            <ac:spMk id="6" creationId="{97479E61-0C09-1C97-8686-EE1814803184}"/>
          </ac:spMkLst>
        </pc:spChg>
        <pc:spChg chg="mod">
          <ac:chgData name="Anmol Shrivastava" userId="5ae8be1523e6fcc2" providerId="LiveId" clId="{B5A54591-2CB5-4D36-9EB4-D1835D84B6D6}" dt="2026-03-31T12:39:12.438" v="1934" actId="20577"/>
          <ac:spMkLst>
            <pc:docMk/>
            <pc:sldMk cId="2503813703" sldId="281"/>
            <ac:spMk id="7" creationId="{DA0FCD5F-26FA-B3D4-7631-6224CF3ED10C}"/>
          </ac:spMkLst>
        </pc:spChg>
        <pc:spChg chg="add mod">
          <ac:chgData name="Anmol Shrivastava" userId="5ae8be1523e6fcc2" providerId="LiveId" clId="{B5A54591-2CB5-4D36-9EB4-D1835D84B6D6}" dt="2026-03-31T12:33:29.905" v="1871" actId="14100"/>
          <ac:spMkLst>
            <pc:docMk/>
            <pc:sldMk cId="2503813703" sldId="281"/>
            <ac:spMk id="9" creationId="{347AE5BD-0CBF-0294-A832-9C6C9E1D86D7}"/>
          </ac:spMkLst>
        </pc:spChg>
        <pc:graphicFrameChg chg="add mod">
          <ac:chgData name="Anmol Shrivastava" userId="5ae8be1523e6fcc2" providerId="LiveId" clId="{B5A54591-2CB5-4D36-9EB4-D1835D84B6D6}" dt="2026-03-31T12:33:01.238" v="1867" actId="14100"/>
          <ac:graphicFrameMkLst>
            <pc:docMk/>
            <pc:sldMk cId="2503813703" sldId="281"/>
            <ac:graphicFrameMk id="2" creationId="{3AD93292-469F-5369-593F-E5D9DCE59BD4}"/>
          </ac:graphicFrameMkLst>
        </pc:graphicFrameChg>
        <pc:picChg chg="mod">
          <ac:chgData name="Anmol Shrivastava" userId="5ae8be1523e6fcc2" providerId="LiveId" clId="{B5A54591-2CB5-4D36-9EB4-D1835D84B6D6}" dt="2026-03-28T06:25:58.896" v="280" actId="2711"/>
          <ac:picMkLst>
            <pc:docMk/>
            <pc:sldMk cId="2503813703" sldId="281"/>
            <ac:picMk id="4" creationId="{2F74959D-721F-C42B-FF0D-16FCDC21800C}"/>
          </ac:picMkLst>
        </pc:picChg>
      </pc:sldChg>
      <pc:sldChg chg="addSp delSp modSp mod">
        <pc:chgData name="Anmol Shrivastava" userId="5ae8be1523e6fcc2" providerId="LiveId" clId="{B5A54591-2CB5-4D36-9EB4-D1835D84B6D6}" dt="2026-03-29T17:03:47.370" v="1246" actId="2711"/>
        <pc:sldMkLst>
          <pc:docMk/>
          <pc:sldMk cId="327386190" sldId="282"/>
        </pc:sldMkLst>
        <pc:spChg chg="mod">
          <ac:chgData name="Anmol Shrivastava" userId="5ae8be1523e6fcc2" providerId="LiveId" clId="{B5A54591-2CB5-4D36-9EB4-D1835D84B6D6}" dt="2026-03-29T17:03:47.370" v="1246" actId="2711"/>
          <ac:spMkLst>
            <pc:docMk/>
            <pc:sldMk cId="327386190" sldId="282"/>
            <ac:spMk id="5" creationId="{040792E7-0217-7907-BCF8-1B3E363A40AD}"/>
          </ac:spMkLst>
        </pc:spChg>
        <pc:spChg chg="mod">
          <ac:chgData name="Anmol Shrivastava" userId="5ae8be1523e6fcc2" providerId="LiveId" clId="{B5A54591-2CB5-4D36-9EB4-D1835D84B6D6}" dt="2026-03-28T06:26:44.954" v="287" actId="207"/>
          <ac:spMkLst>
            <pc:docMk/>
            <pc:sldMk cId="327386190" sldId="282"/>
            <ac:spMk id="6" creationId="{66D5FBBD-5DB1-8F05-306C-8327FFB0A2AF}"/>
          </ac:spMkLst>
        </pc:spChg>
        <pc:spChg chg="mod">
          <ac:chgData name="Anmol Shrivastava" userId="5ae8be1523e6fcc2" providerId="LiveId" clId="{B5A54591-2CB5-4D36-9EB4-D1835D84B6D6}" dt="2026-03-29T16:50:27.531" v="589" actId="20577"/>
          <ac:spMkLst>
            <pc:docMk/>
            <pc:sldMk cId="327386190" sldId="282"/>
            <ac:spMk id="7" creationId="{06154ED4-CE60-78F3-E4C5-0DBA66A0E5F0}"/>
          </ac:spMkLst>
        </pc:spChg>
        <pc:graphicFrameChg chg="add mod">
          <ac:chgData name="Anmol Shrivastava" userId="5ae8be1523e6fcc2" providerId="LiveId" clId="{B5A54591-2CB5-4D36-9EB4-D1835D84B6D6}" dt="2026-03-28T06:26:44.954" v="287" actId="207"/>
          <ac:graphicFrameMkLst>
            <pc:docMk/>
            <pc:sldMk cId="327386190" sldId="282"/>
            <ac:graphicFrameMk id="3" creationId="{C844FA32-7B91-95BA-88E0-AEF3918908C7}"/>
          </ac:graphicFrameMkLst>
        </pc:graphicFrameChg>
        <pc:picChg chg="mod">
          <ac:chgData name="Anmol Shrivastava" userId="5ae8be1523e6fcc2" providerId="LiveId" clId="{B5A54591-2CB5-4D36-9EB4-D1835D84B6D6}" dt="2026-03-28T06:26:44.954" v="287" actId="207"/>
          <ac:picMkLst>
            <pc:docMk/>
            <pc:sldMk cId="327386190" sldId="282"/>
            <ac:picMk id="4" creationId="{F7A2929A-6E3C-F6E1-5C1A-A2AF57FA053D}"/>
          </ac:picMkLst>
        </pc:picChg>
      </pc:sldChg>
      <pc:sldChg chg="addSp delSp modSp mod">
        <pc:chgData name="Anmol Shrivastava" userId="5ae8be1523e6fcc2" providerId="LiveId" clId="{B5A54591-2CB5-4D36-9EB4-D1835D84B6D6}" dt="2026-03-31T12:39:55.027" v="1936" actId="20577"/>
        <pc:sldMkLst>
          <pc:docMk/>
          <pc:sldMk cId="224432344" sldId="283"/>
        </pc:sldMkLst>
        <pc:spChg chg="mod">
          <ac:chgData name="Anmol Shrivastava" userId="5ae8be1523e6fcc2" providerId="LiveId" clId="{B5A54591-2CB5-4D36-9EB4-D1835D84B6D6}" dt="2026-03-28T06:27:59.134" v="292" actId="207"/>
          <ac:spMkLst>
            <pc:docMk/>
            <pc:sldMk cId="224432344" sldId="283"/>
            <ac:spMk id="5" creationId="{33627139-A72A-0DA7-4F9D-CE6E821AC38D}"/>
          </ac:spMkLst>
        </pc:spChg>
        <pc:spChg chg="mod">
          <ac:chgData name="Anmol Shrivastava" userId="5ae8be1523e6fcc2" providerId="LiveId" clId="{B5A54591-2CB5-4D36-9EB4-D1835D84B6D6}" dt="2026-03-28T06:27:59.134" v="292" actId="207"/>
          <ac:spMkLst>
            <pc:docMk/>
            <pc:sldMk cId="224432344" sldId="283"/>
            <ac:spMk id="6" creationId="{9D905DB5-AE93-5522-B653-5855580CC444}"/>
          </ac:spMkLst>
        </pc:spChg>
        <pc:spChg chg="mod">
          <ac:chgData name="Anmol Shrivastava" userId="5ae8be1523e6fcc2" providerId="LiveId" clId="{B5A54591-2CB5-4D36-9EB4-D1835D84B6D6}" dt="2026-03-31T12:39:55.027" v="1936" actId="20577"/>
          <ac:spMkLst>
            <pc:docMk/>
            <pc:sldMk cId="224432344" sldId="283"/>
            <ac:spMk id="7" creationId="{A323C3BD-61EC-0988-5EA3-463A03CF6DBA}"/>
          </ac:spMkLst>
        </pc:spChg>
        <pc:graphicFrameChg chg="add mod">
          <ac:chgData name="Anmol Shrivastava" userId="5ae8be1523e6fcc2" providerId="LiveId" clId="{B5A54591-2CB5-4D36-9EB4-D1835D84B6D6}" dt="2026-03-28T06:27:59.134" v="292" actId="207"/>
          <ac:graphicFrameMkLst>
            <pc:docMk/>
            <pc:sldMk cId="224432344" sldId="283"/>
            <ac:graphicFrameMk id="3" creationId="{3C206FDF-9BD3-CBA6-2E39-836A958C0A51}"/>
          </ac:graphicFrameMkLst>
        </pc:graphicFrameChg>
        <pc:picChg chg="mod">
          <ac:chgData name="Anmol Shrivastava" userId="5ae8be1523e6fcc2" providerId="LiveId" clId="{B5A54591-2CB5-4D36-9EB4-D1835D84B6D6}" dt="2026-03-28T06:27:59.134" v="292" actId="207"/>
          <ac:picMkLst>
            <pc:docMk/>
            <pc:sldMk cId="224432344" sldId="283"/>
            <ac:picMk id="4" creationId="{7AB3F863-25D4-2E9C-E080-0CD80D0E7EC2}"/>
          </ac:picMkLst>
        </pc:picChg>
      </pc:sldChg>
      <pc:sldChg chg="addSp delSp modSp mod">
        <pc:chgData name="Anmol Shrivastava" userId="5ae8be1523e6fcc2" providerId="LiveId" clId="{B5A54591-2CB5-4D36-9EB4-D1835D84B6D6}" dt="2026-04-10T12:11:36.350" v="1950"/>
        <pc:sldMkLst>
          <pc:docMk/>
          <pc:sldMk cId="630789656" sldId="285"/>
        </pc:sldMkLst>
        <pc:spChg chg="mod">
          <ac:chgData name="Anmol Shrivastava" userId="5ae8be1523e6fcc2" providerId="LiveId" clId="{B5A54591-2CB5-4D36-9EB4-D1835D84B6D6}" dt="2026-03-29T17:09:32.619" v="1410" actId="255"/>
          <ac:spMkLst>
            <pc:docMk/>
            <pc:sldMk cId="630789656" sldId="285"/>
            <ac:spMk id="5" creationId="{B7CBAC4D-51C7-54D8-AC18-47D9469BEC39}"/>
          </ac:spMkLst>
        </pc:spChg>
        <pc:spChg chg="mod">
          <ac:chgData name="Anmol Shrivastava" userId="5ae8be1523e6fcc2" providerId="LiveId" clId="{B5A54591-2CB5-4D36-9EB4-D1835D84B6D6}" dt="2026-03-28T06:28:15.181" v="295" actId="207"/>
          <ac:spMkLst>
            <pc:docMk/>
            <pc:sldMk cId="630789656" sldId="285"/>
            <ac:spMk id="6" creationId="{C22BF4E9-A244-4478-BD9B-054074C2A241}"/>
          </ac:spMkLst>
        </pc:spChg>
        <pc:spChg chg="mod">
          <ac:chgData name="Anmol Shrivastava" userId="5ae8be1523e6fcc2" providerId="LiveId" clId="{B5A54591-2CB5-4D36-9EB4-D1835D84B6D6}" dt="2026-03-31T12:40:22.257" v="1943" actId="27636"/>
          <ac:spMkLst>
            <pc:docMk/>
            <pc:sldMk cId="630789656" sldId="285"/>
            <ac:spMk id="7" creationId="{CDB6AA4F-46AC-C7F4-256C-F60BE4D83BA0}"/>
          </ac:spMkLst>
        </pc:spChg>
        <pc:graphicFrameChg chg="add mod">
          <ac:chgData name="Anmol Shrivastava" userId="5ae8be1523e6fcc2" providerId="LiveId" clId="{B5A54591-2CB5-4D36-9EB4-D1835D84B6D6}" dt="2026-04-10T12:11:36.350" v="1950"/>
          <ac:graphicFrameMkLst>
            <pc:docMk/>
            <pc:sldMk cId="630789656" sldId="285"/>
            <ac:graphicFrameMk id="3" creationId="{90DFBC41-DFEC-C4FD-406F-051C3B5F91E9}"/>
          </ac:graphicFrameMkLst>
        </pc:graphicFrameChg>
        <pc:picChg chg="mod">
          <ac:chgData name="Anmol Shrivastava" userId="5ae8be1523e6fcc2" providerId="LiveId" clId="{B5A54591-2CB5-4D36-9EB4-D1835D84B6D6}" dt="2026-03-28T06:28:15.181" v="295" actId="207"/>
          <ac:picMkLst>
            <pc:docMk/>
            <pc:sldMk cId="630789656" sldId="285"/>
            <ac:picMk id="4" creationId="{343B65E3-240B-500C-5ADA-AB632812DDF3}"/>
          </ac:picMkLst>
        </pc:picChg>
      </pc:sldChg>
      <pc:sldChg chg="addSp delSp modSp mod">
        <pc:chgData name="Anmol Shrivastava" userId="5ae8be1523e6fcc2" providerId="LiveId" clId="{B5A54591-2CB5-4D36-9EB4-D1835D84B6D6}" dt="2026-03-29T17:10:10.132" v="1414" actId="20577"/>
        <pc:sldMkLst>
          <pc:docMk/>
          <pc:sldMk cId="1223451277" sldId="286"/>
        </pc:sldMkLst>
        <pc:spChg chg="add mod">
          <ac:chgData name="Anmol Shrivastava" userId="5ae8be1523e6fcc2" providerId="LiveId" clId="{B5A54591-2CB5-4D36-9EB4-D1835D84B6D6}" dt="2026-03-28T06:29:11.455" v="302" actId="1076"/>
          <ac:spMkLst>
            <pc:docMk/>
            <pc:sldMk cId="1223451277" sldId="286"/>
            <ac:spMk id="3" creationId="{DF1A1079-34B2-44AC-D6BA-FAD85C167CB0}"/>
          </ac:spMkLst>
        </pc:spChg>
        <pc:spChg chg="mod">
          <ac:chgData name="Anmol Shrivastava" userId="5ae8be1523e6fcc2" providerId="LiveId" clId="{B5A54591-2CB5-4D36-9EB4-D1835D84B6D6}" dt="2026-03-29T17:09:49.509" v="1411" actId="255"/>
          <ac:spMkLst>
            <pc:docMk/>
            <pc:sldMk cId="1223451277" sldId="286"/>
            <ac:spMk id="5" creationId="{7C85B4F5-6751-D0D2-16B5-60F93D99B0FF}"/>
          </ac:spMkLst>
        </pc:spChg>
        <pc:spChg chg="mod">
          <ac:chgData name="Anmol Shrivastava" userId="5ae8be1523e6fcc2" providerId="LiveId" clId="{B5A54591-2CB5-4D36-9EB4-D1835D84B6D6}" dt="2026-03-28T06:28:36.777" v="299" actId="27636"/>
          <ac:spMkLst>
            <pc:docMk/>
            <pc:sldMk cId="1223451277" sldId="286"/>
            <ac:spMk id="6" creationId="{F03E8088-46E3-8476-D2B9-7F6D01AE0F7D}"/>
          </ac:spMkLst>
        </pc:spChg>
        <pc:spChg chg="mod">
          <ac:chgData name="Anmol Shrivastava" userId="5ae8be1523e6fcc2" providerId="LiveId" clId="{B5A54591-2CB5-4D36-9EB4-D1835D84B6D6}" dt="2026-03-29T17:10:10.132" v="1414" actId="20577"/>
          <ac:spMkLst>
            <pc:docMk/>
            <pc:sldMk cId="1223451277" sldId="286"/>
            <ac:spMk id="7" creationId="{2DEE6301-0C73-F2F3-660D-DA81EC24DCF1}"/>
          </ac:spMkLst>
        </pc:spChg>
        <pc:picChg chg="mod">
          <ac:chgData name="Anmol Shrivastava" userId="5ae8be1523e6fcc2" providerId="LiveId" clId="{B5A54591-2CB5-4D36-9EB4-D1835D84B6D6}" dt="2026-03-28T06:28:36.777" v="299" actId="27636"/>
          <ac:picMkLst>
            <pc:docMk/>
            <pc:sldMk cId="1223451277" sldId="286"/>
            <ac:picMk id="4" creationId="{D3987B6E-D084-BD70-25F6-04A3C87A016E}"/>
          </ac:picMkLst>
        </pc:picChg>
      </pc:sldChg>
      <pc:sldChg chg="addSp delSp modSp mod">
        <pc:chgData name="Anmol Shrivastava" userId="5ae8be1523e6fcc2" providerId="LiveId" clId="{B5A54591-2CB5-4D36-9EB4-D1835D84B6D6}" dt="2026-03-29T17:10:51.616" v="1419" actId="255"/>
        <pc:sldMkLst>
          <pc:docMk/>
          <pc:sldMk cId="3711878946" sldId="287"/>
        </pc:sldMkLst>
        <pc:spChg chg="add mod">
          <ac:chgData name="Anmol Shrivastava" userId="5ae8be1523e6fcc2" providerId="LiveId" clId="{B5A54591-2CB5-4D36-9EB4-D1835D84B6D6}" dt="2026-03-28T06:30:40.266" v="315" actId="207"/>
          <ac:spMkLst>
            <pc:docMk/>
            <pc:sldMk cId="3711878946" sldId="287"/>
            <ac:spMk id="3" creationId="{45F5DF91-8192-7DFD-BD55-06D58FEDFCC0}"/>
          </ac:spMkLst>
        </pc:spChg>
        <pc:spChg chg="mod">
          <ac:chgData name="Anmol Shrivastava" userId="5ae8be1523e6fcc2" providerId="LiveId" clId="{B5A54591-2CB5-4D36-9EB4-D1835D84B6D6}" dt="2026-03-29T17:10:51.616" v="1419" actId="255"/>
          <ac:spMkLst>
            <pc:docMk/>
            <pc:sldMk cId="3711878946" sldId="287"/>
            <ac:spMk id="5" creationId="{0B302E4B-9A35-1D7A-70A8-E7988E992868}"/>
          </ac:spMkLst>
        </pc:spChg>
        <pc:spChg chg="mod">
          <ac:chgData name="Anmol Shrivastava" userId="5ae8be1523e6fcc2" providerId="LiveId" clId="{B5A54591-2CB5-4D36-9EB4-D1835D84B6D6}" dt="2026-03-28T06:30:40.266" v="315" actId="207"/>
          <ac:spMkLst>
            <pc:docMk/>
            <pc:sldMk cId="3711878946" sldId="287"/>
            <ac:spMk id="6" creationId="{04F76228-6C54-5B11-ED16-F5B5F9DA1F6F}"/>
          </ac:spMkLst>
        </pc:spChg>
        <pc:spChg chg="mod">
          <ac:chgData name="Anmol Shrivastava" userId="5ae8be1523e6fcc2" providerId="LiveId" clId="{B5A54591-2CB5-4D36-9EB4-D1835D84B6D6}" dt="2026-03-29T17:10:38.036" v="1418" actId="12"/>
          <ac:spMkLst>
            <pc:docMk/>
            <pc:sldMk cId="3711878946" sldId="287"/>
            <ac:spMk id="7" creationId="{90C5090A-4C21-4A6F-8076-7F747CDB421D}"/>
          </ac:spMkLst>
        </pc:spChg>
        <pc:picChg chg="mod">
          <ac:chgData name="Anmol Shrivastava" userId="5ae8be1523e6fcc2" providerId="LiveId" clId="{B5A54591-2CB5-4D36-9EB4-D1835D84B6D6}" dt="2026-03-28T06:30:40.266" v="315" actId="207"/>
          <ac:picMkLst>
            <pc:docMk/>
            <pc:sldMk cId="3711878946" sldId="287"/>
            <ac:picMk id="4" creationId="{D535C2D8-26B8-941F-D3F0-6A0789310168}"/>
          </ac:picMkLst>
        </pc:picChg>
      </pc:sldChg>
      <pc:sldChg chg="addSp delSp modSp mod">
        <pc:chgData name="Anmol Shrivastava" userId="5ae8be1523e6fcc2" providerId="LiveId" clId="{B5A54591-2CB5-4D36-9EB4-D1835D84B6D6}" dt="2026-03-29T17:11:47.413" v="1426" actId="115"/>
        <pc:sldMkLst>
          <pc:docMk/>
          <pc:sldMk cId="2445101142" sldId="288"/>
        </pc:sldMkLst>
        <pc:spChg chg="add mod">
          <ac:chgData name="Anmol Shrivastava" userId="5ae8be1523e6fcc2" providerId="LiveId" clId="{B5A54591-2CB5-4D36-9EB4-D1835D84B6D6}" dt="2026-03-28T06:31:10.946" v="319" actId="1076"/>
          <ac:spMkLst>
            <pc:docMk/>
            <pc:sldMk cId="2445101142" sldId="288"/>
            <ac:spMk id="3" creationId="{2A00650E-B265-01F0-0176-6CAAD828B3CE}"/>
          </ac:spMkLst>
        </pc:spChg>
        <pc:spChg chg="mod">
          <ac:chgData name="Anmol Shrivastava" userId="5ae8be1523e6fcc2" providerId="LiveId" clId="{B5A54591-2CB5-4D36-9EB4-D1835D84B6D6}" dt="2026-03-29T17:11:28.881" v="1424" actId="14100"/>
          <ac:spMkLst>
            <pc:docMk/>
            <pc:sldMk cId="2445101142" sldId="288"/>
            <ac:spMk id="5" creationId="{B4576019-3DE4-122E-BEC9-96D5B957B97A}"/>
          </ac:spMkLst>
        </pc:spChg>
        <pc:spChg chg="mod">
          <ac:chgData name="Anmol Shrivastava" userId="5ae8be1523e6fcc2" providerId="LiveId" clId="{B5A54591-2CB5-4D36-9EB4-D1835D84B6D6}" dt="2026-03-29T17:11:47.413" v="1426" actId="115"/>
          <ac:spMkLst>
            <pc:docMk/>
            <pc:sldMk cId="2445101142" sldId="288"/>
            <ac:spMk id="7" creationId="{3A841EF4-62A3-8F9C-0317-83FE022CA2EB}"/>
          </ac:spMkLst>
        </pc:spChg>
      </pc:sldChg>
      <pc:sldChg chg="addSp delSp modSp mod">
        <pc:chgData name="Anmol Shrivastava" userId="5ae8be1523e6fcc2" providerId="LiveId" clId="{B5A54591-2CB5-4D36-9EB4-D1835D84B6D6}" dt="2026-03-29T17:13:18.799" v="1435" actId="114"/>
        <pc:sldMkLst>
          <pc:docMk/>
          <pc:sldMk cId="3394092587" sldId="289"/>
        </pc:sldMkLst>
        <pc:spChg chg="add mod">
          <ac:chgData name="Anmol Shrivastava" userId="5ae8be1523e6fcc2" providerId="LiveId" clId="{B5A54591-2CB5-4D36-9EB4-D1835D84B6D6}" dt="2026-03-28T06:33:12.391" v="336" actId="2711"/>
          <ac:spMkLst>
            <pc:docMk/>
            <pc:sldMk cId="3394092587" sldId="289"/>
            <ac:spMk id="3" creationId="{4C7538F0-EABA-8351-1B64-32FDA75EB2F7}"/>
          </ac:spMkLst>
        </pc:spChg>
        <pc:spChg chg="mod">
          <ac:chgData name="Anmol Shrivastava" userId="5ae8be1523e6fcc2" providerId="LiveId" clId="{B5A54591-2CB5-4D36-9EB4-D1835D84B6D6}" dt="2026-03-29T17:13:18.799" v="1435" actId="114"/>
          <ac:spMkLst>
            <pc:docMk/>
            <pc:sldMk cId="3394092587" sldId="289"/>
            <ac:spMk id="5" creationId="{0AB4219B-5628-9129-E671-61999DF4C947}"/>
          </ac:spMkLst>
        </pc:spChg>
        <pc:spChg chg="mod">
          <ac:chgData name="Anmol Shrivastava" userId="5ae8be1523e6fcc2" providerId="LiveId" clId="{B5A54591-2CB5-4D36-9EB4-D1835D84B6D6}" dt="2026-03-28T06:33:12.391" v="336" actId="2711"/>
          <ac:spMkLst>
            <pc:docMk/>
            <pc:sldMk cId="3394092587" sldId="289"/>
            <ac:spMk id="6" creationId="{188C2F8C-D102-0F40-986B-4DEDD3C7B806}"/>
          </ac:spMkLst>
        </pc:spChg>
        <pc:spChg chg="mod">
          <ac:chgData name="Anmol Shrivastava" userId="5ae8be1523e6fcc2" providerId="LiveId" clId="{B5A54591-2CB5-4D36-9EB4-D1835D84B6D6}" dt="2026-03-29T17:13:09.039" v="1433" actId="115"/>
          <ac:spMkLst>
            <pc:docMk/>
            <pc:sldMk cId="3394092587" sldId="289"/>
            <ac:spMk id="7" creationId="{A87CCAB4-C659-B81E-BFEF-FFB1BDDCC087}"/>
          </ac:spMkLst>
        </pc:spChg>
        <pc:picChg chg="mod">
          <ac:chgData name="Anmol Shrivastava" userId="5ae8be1523e6fcc2" providerId="LiveId" clId="{B5A54591-2CB5-4D36-9EB4-D1835D84B6D6}" dt="2026-03-28T06:33:12.391" v="336" actId="2711"/>
          <ac:picMkLst>
            <pc:docMk/>
            <pc:sldMk cId="3394092587" sldId="289"/>
            <ac:picMk id="4" creationId="{D6A07299-1A14-9151-2E99-BC0CC39936C8}"/>
          </ac:picMkLst>
        </pc:picChg>
      </pc:sldChg>
      <pc:sldChg chg="addSp delSp modSp new mod ord chgLayout">
        <pc:chgData name="Anmol Shrivastava" userId="5ae8be1523e6fcc2" providerId="LiveId" clId="{B5A54591-2CB5-4D36-9EB4-D1835D84B6D6}" dt="2026-03-29T17:12:13.010" v="1427" actId="255"/>
        <pc:sldMkLst>
          <pc:docMk/>
          <pc:sldMk cId="969072813" sldId="290"/>
        </pc:sldMkLst>
        <pc:spChg chg="mod ord">
          <ac:chgData name="Anmol Shrivastava" userId="5ae8be1523e6fcc2" providerId="LiveId" clId="{B5A54591-2CB5-4D36-9EB4-D1835D84B6D6}" dt="2026-03-29T17:12:13.010" v="1427" actId="255"/>
          <ac:spMkLst>
            <pc:docMk/>
            <pc:sldMk cId="969072813" sldId="290"/>
            <ac:spMk id="2" creationId="{E11330F8-9612-2F63-EAFF-4272D95DC646}"/>
          </ac:spMkLst>
        </pc:spChg>
        <pc:spChg chg="mod ord">
          <ac:chgData name="Anmol Shrivastava" userId="5ae8be1523e6fcc2" providerId="LiveId" clId="{B5A54591-2CB5-4D36-9EB4-D1835D84B6D6}" dt="2026-03-29T11:43:22.293" v="518" actId="6264"/>
          <ac:spMkLst>
            <pc:docMk/>
            <pc:sldMk cId="969072813" sldId="290"/>
            <ac:spMk id="3" creationId="{9FC0ED7F-52E7-B9CA-3A8B-7943BAD6A6C0}"/>
          </ac:spMkLst>
        </pc:spChg>
        <pc:picChg chg="add mod">
          <ac:chgData name="Anmol Shrivastava" userId="5ae8be1523e6fcc2" providerId="LiveId" clId="{B5A54591-2CB5-4D36-9EB4-D1835D84B6D6}" dt="2026-03-29T11:42:35.271" v="512"/>
          <ac:picMkLst>
            <pc:docMk/>
            <pc:sldMk cId="969072813" sldId="290"/>
            <ac:picMk id="4" creationId="{D3525124-FB45-0C04-E248-C74CE373523D}"/>
          </ac:picMkLst>
        </pc:picChg>
      </pc:sldChg>
      <pc:sldChg chg="addSp delSp modSp new mod">
        <pc:chgData name="Anmol Shrivastava" userId="5ae8be1523e6fcc2" providerId="LiveId" clId="{B5A54591-2CB5-4D36-9EB4-D1835D84B6D6}" dt="2026-04-03T19:02:40.621" v="1949" actId="14100"/>
        <pc:sldMkLst>
          <pc:docMk/>
          <pc:sldMk cId="2533684365" sldId="291"/>
        </pc:sldMkLst>
        <pc:picChg chg="add mod">
          <ac:chgData name="Anmol Shrivastava" userId="5ae8be1523e6fcc2" providerId="LiveId" clId="{B5A54591-2CB5-4D36-9EB4-D1835D84B6D6}" dt="2026-04-03T19:02:40.621" v="1949" actId="14100"/>
          <ac:picMkLst>
            <pc:docMk/>
            <pc:sldMk cId="2533684365" sldId="291"/>
            <ac:picMk id="5" creationId="{AC7E3CA8-B580-156D-E97E-5D277E0A1920}"/>
          </ac:picMkLst>
        </pc:picChg>
      </pc:sldChg>
      <pc:sldChg chg="addSp delSp modSp new mod modClrScheme chgLayout">
        <pc:chgData name="Anmol Shrivastava" userId="5ae8be1523e6fcc2" providerId="LiveId" clId="{B5A54591-2CB5-4D36-9EB4-D1835D84B6D6}" dt="2026-04-14T03:50:20.014" v="2103" actId="313"/>
        <pc:sldMkLst>
          <pc:docMk/>
          <pc:sldMk cId="2760716880" sldId="292"/>
        </pc:sldMkLst>
        <pc:spChg chg="del mod ord">
          <ac:chgData name="Anmol Shrivastava" userId="5ae8be1523e6fcc2" providerId="LiveId" clId="{B5A54591-2CB5-4D36-9EB4-D1835D84B6D6}" dt="2026-04-14T03:40:50.878" v="1952" actId="700"/>
          <ac:spMkLst>
            <pc:docMk/>
            <pc:sldMk cId="2760716880" sldId="292"/>
            <ac:spMk id="2" creationId="{BEACAF97-0540-96DE-AAC6-D1FE88EDA584}"/>
          </ac:spMkLst>
        </pc:spChg>
        <pc:spChg chg="del">
          <ac:chgData name="Anmol Shrivastava" userId="5ae8be1523e6fcc2" providerId="LiveId" clId="{B5A54591-2CB5-4D36-9EB4-D1835D84B6D6}" dt="2026-04-14T03:40:50.878" v="1952" actId="700"/>
          <ac:spMkLst>
            <pc:docMk/>
            <pc:sldMk cId="2760716880" sldId="292"/>
            <ac:spMk id="3" creationId="{9181AAD7-11C2-7FB6-1750-2685FE1D9ACD}"/>
          </ac:spMkLst>
        </pc:spChg>
        <pc:spChg chg="del mod ord">
          <ac:chgData name="Anmol Shrivastava" userId="5ae8be1523e6fcc2" providerId="LiveId" clId="{B5A54591-2CB5-4D36-9EB4-D1835D84B6D6}" dt="2026-04-14T03:40:50.878" v="1952" actId="700"/>
          <ac:spMkLst>
            <pc:docMk/>
            <pc:sldMk cId="2760716880" sldId="292"/>
            <ac:spMk id="4" creationId="{A350411A-729C-92DB-9FFC-418851D2B79B}"/>
          </ac:spMkLst>
        </pc:spChg>
        <pc:spChg chg="add del mod ord">
          <ac:chgData name="Anmol Shrivastava" userId="5ae8be1523e6fcc2" providerId="LiveId" clId="{B5A54591-2CB5-4D36-9EB4-D1835D84B6D6}" dt="2026-04-14T03:40:54.989" v="1953" actId="700"/>
          <ac:spMkLst>
            <pc:docMk/>
            <pc:sldMk cId="2760716880" sldId="292"/>
            <ac:spMk id="5" creationId="{01C8FD4E-6954-0BD3-6DD1-08467753C77F}"/>
          </ac:spMkLst>
        </pc:spChg>
        <pc:spChg chg="add del mod ord">
          <ac:chgData name="Anmol Shrivastava" userId="5ae8be1523e6fcc2" providerId="LiveId" clId="{B5A54591-2CB5-4D36-9EB4-D1835D84B6D6}" dt="2026-04-14T03:40:54.989" v="1953" actId="700"/>
          <ac:spMkLst>
            <pc:docMk/>
            <pc:sldMk cId="2760716880" sldId="292"/>
            <ac:spMk id="6" creationId="{7B3C7712-1F67-4455-6633-BFC91BEB29AA}"/>
          </ac:spMkLst>
        </pc:spChg>
        <pc:spChg chg="add del mod ord">
          <ac:chgData name="Anmol Shrivastava" userId="5ae8be1523e6fcc2" providerId="LiveId" clId="{B5A54591-2CB5-4D36-9EB4-D1835D84B6D6}" dt="2026-04-14T03:40:58.385" v="1954" actId="700"/>
          <ac:spMkLst>
            <pc:docMk/>
            <pc:sldMk cId="2760716880" sldId="292"/>
            <ac:spMk id="7" creationId="{F8FD90B0-07A5-1F20-9B76-38B6F1F6BB17}"/>
          </ac:spMkLst>
        </pc:spChg>
        <pc:spChg chg="add del mod ord">
          <ac:chgData name="Anmol Shrivastava" userId="5ae8be1523e6fcc2" providerId="LiveId" clId="{B5A54591-2CB5-4D36-9EB4-D1835D84B6D6}" dt="2026-04-14T03:40:58.385" v="1954" actId="700"/>
          <ac:spMkLst>
            <pc:docMk/>
            <pc:sldMk cId="2760716880" sldId="292"/>
            <ac:spMk id="8" creationId="{8AE9C4D2-12A6-AF2B-6B13-26724B70B4BC}"/>
          </ac:spMkLst>
        </pc:spChg>
        <pc:spChg chg="add del mod ord">
          <ac:chgData name="Anmol Shrivastava" userId="5ae8be1523e6fcc2" providerId="LiveId" clId="{B5A54591-2CB5-4D36-9EB4-D1835D84B6D6}" dt="2026-04-14T03:41:07.262" v="1955" actId="700"/>
          <ac:spMkLst>
            <pc:docMk/>
            <pc:sldMk cId="2760716880" sldId="292"/>
            <ac:spMk id="9" creationId="{6A90401B-94D1-CFBD-A2B0-162CE11A1BC7}"/>
          </ac:spMkLst>
        </pc:spChg>
        <pc:spChg chg="add del mod ord">
          <ac:chgData name="Anmol Shrivastava" userId="5ae8be1523e6fcc2" providerId="LiveId" clId="{B5A54591-2CB5-4D36-9EB4-D1835D84B6D6}" dt="2026-04-14T03:41:07.262" v="1955" actId="700"/>
          <ac:spMkLst>
            <pc:docMk/>
            <pc:sldMk cId="2760716880" sldId="292"/>
            <ac:spMk id="10" creationId="{B90105F2-724F-B6C5-9D99-4DF7C00ADB85}"/>
          </ac:spMkLst>
        </pc:spChg>
        <pc:spChg chg="add mod ord">
          <ac:chgData name="Anmol Shrivastava" userId="5ae8be1523e6fcc2" providerId="LiveId" clId="{B5A54591-2CB5-4D36-9EB4-D1835D84B6D6}" dt="2026-04-14T03:47:53.729" v="2073" actId="255"/>
          <ac:spMkLst>
            <pc:docMk/>
            <pc:sldMk cId="2760716880" sldId="292"/>
            <ac:spMk id="11" creationId="{C12BD7E1-EBC0-7909-320F-FB79CEA48035}"/>
          </ac:spMkLst>
        </pc:spChg>
        <pc:spChg chg="add mod ord">
          <ac:chgData name="Anmol Shrivastava" userId="5ae8be1523e6fcc2" providerId="LiveId" clId="{B5A54591-2CB5-4D36-9EB4-D1835D84B6D6}" dt="2026-04-14T03:50:20.014" v="2103" actId="313"/>
          <ac:spMkLst>
            <pc:docMk/>
            <pc:sldMk cId="2760716880" sldId="292"/>
            <ac:spMk id="12" creationId="{D29FE09C-7F9D-2337-5244-0B2B56B6AB46}"/>
          </ac:spMkLst>
        </pc:spChg>
        <pc:picChg chg="add mod">
          <ac:chgData name="Anmol Shrivastava" userId="5ae8be1523e6fcc2" providerId="LiveId" clId="{B5A54591-2CB5-4D36-9EB4-D1835D84B6D6}" dt="2026-04-14T03:48:15.145" v="2076" actId="1076"/>
          <ac:picMkLst>
            <pc:docMk/>
            <pc:sldMk cId="2760716880" sldId="292"/>
            <ac:picMk id="13" creationId="{18575331-C934-F219-11BB-525D3B382080}"/>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5ae8be1523e6fcc2/Documents/ASTROSAGE%20PROJECT%20ANMOL%20SHRIVASTAVA%20(1).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(1).xlsx]Dashboard!PivotTable8</c:name>
    <c:fmtId val="17"/>
  </c:pivotSource>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en-US"/>
              <a:t>Day</a:t>
            </a:r>
            <a:r>
              <a:rPr lang="en-US" baseline="0"/>
              <a:t> wise calls</a:t>
            </a:r>
            <a:endParaRPr lang="en-US"/>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en-US"/>
        </a:p>
      </c:txPr>
    </c:title>
    <c:autoTitleDeleted val="0"/>
    <c:pivotFmts>
      <c:pivotFmt>
        <c:idx val="0"/>
        <c:spPr>
          <a:pattFill prst="ltDnDiag">
            <a:fgClr>
              <a:schemeClr val="accent4"/>
            </a:fgClr>
            <a:bgClr>
              <a:schemeClr val="accent4">
                <a:lumMod val="20000"/>
                <a:lumOff val="80000"/>
              </a:schemeClr>
            </a:bgClr>
          </a:pattFill>
          <a:ln>
            <a:solidFill>
              <a:schemeClr val="accent4"/>
            </a:solidFill>
          </a:ln>
          <a:effectLst/>
          <a:sp3d>
            <a:contourClr>
              <a:schemeClr val="accent4"/>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DnDiag">
            <a:fgClr>
              <a:schemeClr val="accent4"/>
            </a:fgClr>
            <a:bgClr>
              <a:schemeClr val="accent4">
                <a:lumMod val="20000"/>
                <a:lumOff val="80000"/>
              </a:schemeClr>
            </a:bgClr>
          </a:pattFill>
          <a:ln>
            <a:solidFill>
              <a:schemeClr val="accent4"/>
            </a:solidFill>
          </a:ln>
          <a:effectLst/>
          <a:sp3d>
            <a:contourClr>
              <a:schemeClr val="accent4"/>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DnDiag">
            <a:fgClr>
              <a:schemeClr val="accent4"/>
            </a:fgClr>
            <a:bgClr>
              <a:schemeClr val="accent4">
                <a:lumMod val="20000"/>
                <a:lumOff val="80000"/>
              </a:schemeClr>
            </a:bgClr>
          </a:pattFill>
          <a:ln>
            <a:solidFill>
              <a:schemeClr val="accent4"/>
            </a:solidFill>
          </a:ln>
          <a:effectLst/>
          <a:sp3d>
            <a:contourClr>
              <a:schemeClr val="accent4"/>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0"/>
      <c:rotY val="0"/>
      <c:depthPercent val="100"/>
      <c:rAngAx val="0"/>
    </c:view3D>
    <c:floor>
      <c:thickness val="0"/>
      <c:spPr>
        <a:solidFill>
          <a:schemeClr val="lt1"/>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243702384172962E-2"/>
          <c:y val="0.14231430745632764"/>
          <c:w val="0.80926171939016189"/>
          <c:h val="0.72005553421866841"/>
        </c:manualLayout>
      </c:layout>
      <c:bar3DChart>
        <c:barDir val="col"/>
        <c:grouping val="clustered"/>
        <c:varyColors val="0"/>
        <c:ser>
          <c:idx val="0"/>
          <c:order val="0"/>
          <c:tx>
            <c:strRef>
              <c:f>Dashboard!$W$67</c:f>
              <c:strCache>
                <c:ptCount val="1"/>
                <c:pt idx="0">
                  <c:v>Total</c:v>
                </c:pt>
              </c:strCache>
            </c:strRef>
          </c:tx>
          <c:spPr>
            <a:pattFill prst="ltDnDiag">
              <a:fgClr>
                <a:schemeClr val="accent4"/>
              </a:fgClr>
              <a:bgClr>
                <a:schemeClr val="accent4">
                  <a:lumMod val="20000"/>
                  <a:lumOff val="80000"/>
                </a:schemeClr>
              </a:bgClr>
            </a:pattFill>
            <a:ln>
              <a:solidFill>
                <a:schemeClr val="accent4"/>
              </a:solidFill>
            </a:ln>
            <a:effectLst/>
            <a:sp3d>
              <a:contourClr>
                <a:schemeClr val="accent4"/>
              </a:contourClr>
            </a:sp3d>
          </c:spPr>
          <c:invertIfNegative val="0"/>
          <c:cat>
            <c:strRef>
              <c:f>Dashboard!$V$68:$V$75</c:f>
              <c:strCache>
                <c:ptCount val="7"/>
                <c:pt idx="0">
                  <c:v>Sunday</c:v>
                </c:pt>
                <c:pt idx="1">
                  <c:v>Monday</c:v>
                </c:pt>
                <c:pt idx="2">
                  <c:v>Tuesday</c:v>
                </c:pt>
                <c:pt idx="3">
                  <c:v>Wednesday</c:v>
                </c:pt>
                <c:pt idx="4">
                  <c:v>Thursday</c:v>
                </c:pt>
                <c:pt idx="5">
                  <c:v>Friday</c:v>
                </c:pt>
                <c:pt idx="6">
                  <c:v>Saturday</c:v>
                </c:pt>
              </c:strCache>
            </c:strRef>
          </c:cat>
          <c:val>
            <c:numRef>
              <c:f>Dashboard!$W$68:$W$75</c:f>
              <c:numCache>
                <c:formatCode>General</c:formatCode>
                <c:ptCount val="7"/>
                <c:pt idx="0">
                  <c:v>1388</c:v>
                </c:pt>
                <c:pt idx="1">
                  <c:v>1394</c:v>
                </c:pt>
                <c:pt idx="2">
                  <c:v>1271</c:v>
                </c:pt>
                <c:pt idx="3">
                  <c:v>1129</c:v>
                </c:pt>
                <c:pt idx="4">
                  <c:v>820</c:v>
                </c:pt>
                <c:pt idx="5">
                  <c:v>1065</c:v>
                </c:pt>
                <c:pt idx="6">
                  <c:v>1298</c:v>
                </c:pt>
              </c:numCache>
            </c:numRef>
          </c:val>
          <c:extLst>
            <c:ext xmlns:c16="http://schemas.microsoft.com/office/drawing/2014/chart" uri="{C3380CC4-5D6E-409C-BE32-E72D297353CC}">
              <c16:uniqueId val="{00000000-F536-4000-BADE-A94E75ADD9AE}"/>
            </c:ext>
          </c:extLst>
        </c:ser>
        <c:dLbls>
          <c:showLegendKey val="0"/>
          <c:showVal val="0"/>
          <c:showCatName val="0"/>
          <c:showSerName val="0"/>
          <c:showPercent val="0"/>
          <c:showBubbleSize val="0"/>
        </c:dLbls>
        <c:gapWidth val="160"/>
        <c:gapDepth val="0"/>
        <c:shape val="box"/>
        <c:axId val="1343872672"/>
        <c:axId val="1343868352"/>
        <c:axId val="0"/>
      </c:bar3DChart>
      <c:catAx>
        <c:axId val="134387267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3868352"/>
        <c:crosses val="autoZero"/>
        <c:auto val="1"/>
        <c:lblAlgn val="ctr"/>
        <c:lblOffset val="100"/>
        <c:noMultiLvlLbl val="0"/>
      </c:catAx>
      <c:valAx>
        <c:axId val="134386835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4387267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(1).xlsx]Dashboard!PivotTable1</c:name>
    <c:fmtId val="27"/>
  </c:pivotSource>
  <c:chart>
    <c:title>
      <c:tx>
        <c:rich>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r>
              <a:rPr lang="en-US"/>
              <a:t>Category wise revenue</a:t>
            </a:r>
          </a:p>
        </c:rich>
      </c:tx>
      <c:overlay val="0"/>
      <c:spPr>
        <a:noFill/>
        <a:ln>
          <a:noFill/>
        </a:ln>
        <a:effectLst/>
      </c:spPr>
      <c:txPr>
        <a:bodyPr rot="0" spcFirstLastPara="1" vertOverflow="ellipsis" vert="horz" wrap="square" anchor="ctr" anchorCtr="1"/>
        <a:lstStyle/>
        <a:p>
          <a:pPr>
            <a:defRPr sz="1400" b="1" i="0" u="none" strike="noStrike" kern="1200" cap="all" spc="5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hade val="58000"/>
            </a:schemeClr>
          </a:solidFill>
          <a:ln>
            <a:noFill/>
          </a:ln>
          <a:effectLst/>
          <a:scene3d>
            <a:camera prst="orthographicFront"/>
            <a:lightRig rig="brightRoom" dir="t"/>
          </a:scene3d>
          <a:sp3d prstMaterial="flat">
            <a:bevelT w="50800" h="101600" prst="angle"/>
            <a:contourClr>
              <a:srgbClr val="000000"/>
            </a:contourClr>
          </a:sp3d>
        </c:spPr>
      </c:pivotFmt>
      <c:pivotFmt>
        <c:idx val="2"/>
        <c:spPr>
          <a:solidFill>
            <a:schemeClr val="accent4">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3"/>
        <c:spPr>
          <a:solidFill>
            <a:schemeClr val="accent4">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4"/>
        <c:spPr>
          <a:solidFill>
            <a:schemeClr val="accent4">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5"/>
        <c:spPr>
          <a:solidFill>
            <a:schemeClr val="accent4"/>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4">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7"/>
        <c:spPr>
          <a:solidFill>
            <a:schemeClr val="accent4">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8"/>
        <c:spPr>
          <a:solidFill>
            <a:schemeClr val="accent4">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9"/>
        <c:spPr>
          <a:solidFill>
            <a:schemeClr val="accent4">
              <a:shade val="58000"/>
            </a:schemeClr>
          </a:solidFill>
          <a:ln>
            <a:noFill/>
          </a:ln>
          <a:effectLst/>
          <a:scene3d>
            <a:camera prst="orthographicFront"/>
            <a:lightRig rig="brightRoom" dir="t"/>
          </a:scene3d>
          <a:sp3d prstMaterial="flat">
            <a:bevelT w="50800" h="101600" prst="angle"/>
            <a:contourClr>
              <a:srgbClr val="000000"/>
            </a:contourClr>
          </a:sp3d>
        </c:spPr>
      </c:pivotFmt>
      <c:pivotFmt>
        <c:idx val="10"/>
        <c:spPr>
          <a:solidFill>
            <a:schemeClr val="accent4"/>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4">
              <a:tint val="58000"/>
            </a:schemeClr>
          </a:solidFill>
          <a:ln>
            <a:noFill/>
          </a:ln>
          <a:effectLst/>
          <a:scene3d>
            <a:camera prst="orthographicFront"/>
            <a:lightRig rig="brightRoom" dir="t"/>
          </a:scene3d>
          <a:sp3d prstMaterial="flat">
            <a:bevelT w="50800" h="101600" prst="angle"/>
            <a:contourClr>
              <a:srgbClr val="000000"/>
            </a:contourClr>
          </a:sp3d>
        </c:spPr>
      </c:pivotFmt>
      <c:pivotFmt>
        <c:idx val="12"/>
        <c:spPr>
          <a:solidFill>
            <a:schemeClr val="accent4">
              <a:tint val="86000"/>
            </a:schemeClr>
          </a:solidFill>
          <a:ln>
            <a:noFill/>
          </a:ln>
          <a:effectLst/>
          <a:scene3d>
            <a:camera prst="orthographicFront"/>
            <a:lightRig rig="brightRoom" dir="t"/>
          </a:scene3d>
          <a:sp3d prstMaterial="flat">
            <a:bevelT w="50800" h="101600" prst="angle"/>
            <a:contourClr>
              <a:srgbClr val="000000"/>
            </a:contourClr>
          </a:sp3d>
        </c:spPr>
      </c:pivotFmt>
      <c:pivotFmt>
        <c:idx val="13"/>
        <c:spPr>
          <a:solidFill>
            <a:schemeClr val="accent4">
              <a:shade val="86000"/>
            </a:schemeClr>
          </a:solidFill>
          <a:ln>
            <a:noFill/>
          </a:ln>
          <a:effectLst/>
          <a:scene3d>
            <a:camera prst="orthographicFront"/>
            <a:lightRig rig="brightRoom" dir="t"/>
          </a:scene3d>
          <a:sp3d prstMaterial="flat">
            <a:bevelT w="50800" h="101600" prst="angle"/>
            <a:contourClr>
              <a:srgbClr val="000000"/>
            </a:contourClr>
          </a:sp3d>
        </c:spPr>
      </c:pivotFmt>
      <c:pivotFmt>
        <c:idx val="14"/>
        <c:spPr>
          <a:solidFill>
            <a:schemeClr val="accent4">
              <a:shade val="58000"/>
            </a:schemeClr>
          </a:solidFill>
          <a:ln>
            <a:noFill/>
          </a:ln>
          <a:effectLst/>
          <a:scene3d>
            <a:camera prst="orthographicFront"/>
            <a:lightRig rig="brightRoom" dir="t"/>
          </a:scene3d>
          <a:sp3d prstMaterial="flat">
            <a:bevelT w="50800" h="101600" prst="angle"/>
            <a:contourClr>
              <a:srgbClr val="000000"/>
            </a:contourClr>
          </a:sp3d>
        </c:spPr>
      </c:pivotFmt>
    </c:pivotFmts>
    <c:plotArea>
      <c:layout/>
      <c:doughnutChart>
        <c:varyColors val="1"/>
        <c:ser>
          <c:idx val="0"/>
          <c:order val="0"/>
          <c:tx>
            <c:strRef>
              <c:f>Dashboard!$B$67</c:f>
              <c:strCache>
                <c:ptCount val="1"/>
                <c:pt idx="0">
                  <c:v>Total</c:v>
                </c:pt>
              </c:strCache>
            </c:strRef>
          </c:tx>
          <c:dPt>
            <c:idx val="0"/>
            <c:bubble3D val="0"/>
            <c:spPr>
              <a:solidFill>
                <a:schemeClr val="accent4">
                  <a:tint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1-F4B0-4FC4-8227-E925DA5BC2C2}"/>
              </c:ext>
            </c:extLst>
          </c:dPt>
          <c:dPt>
            <c:idx val="1"/>
            <c:bubble3D val="0"/>
            <c:spPr>
              <a:solidFill>
                <a:schemeClr val="accent4">
                  <a:tint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3-F4B0-4FC4-8227-E925DA5BC2C2}"/>
              </c:ext>
            </c:extLst>
          </c:dPt>
          <c:dPt>
            <c:idx val="2"/>
            <c:bubble3D val="0"/>
            <c:spPr>
              <a:solidFill>
                <a:schemeClr val="accent4">
                  <a:shade val="86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5-F4B0-4FC4-8227-E925DA5BC2C2}"/>
              </c:ext>
            </c:extLst>
          </c:dPt>
          <c:dPt>
            <c:idx val="3"/>
            <c:bubble3D val="0"/>
            <c:spPr>
              <a:solidFill>
                <a:schemeClr val="accent4">
                  <a:shade val="58000"/>
                </a:schemeClr>
              </a:solidFill>
              <a:ln>
                <a:noFill/>
              </a:ln>
              <a:effectLst/>
              <a:scene3d>
                <a:camera prst="orthographicFront"/>
                <a:lightRig rig="brightRoom" dir="t"/>
              </a:scene3d>
              <a:sp3d prstMaterial="flat">
                <a:bevelT w="50800" h="101600" prst="angle"/>
                <a:contourClr>
                  <a:srgbClr val="000000"/>
                </a:contourClr>
              </a:sp3d>
            </c:spPr>
            <c:extLst>
              <c:ext xmlns:c16="http://schemas.microsoft.com/office/drawing/2014/chart" uri="{C3380CC4-5D6E-409C-BE32-E72D297353CC}">
                <c16:uniqueId val="{00000007-F4B0-4FC4-8227-E925DA5BC2C2}"/>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Dashboard!$A$68:$A$72</c:f>
              <c:strCache>
                <c:ptCount val="4"/>
                <c:pt idx="0">
                  <c:v>Call</c:v>
                </c:pt>
                <c:pt idx="1">
                  <c:v>Chat</c:v>
                </c:pt>
                <c:pt idx="2">
                  <c:v>Complementary</c:v>
                </c:pt>
                <c:pt idx="3">
                  <c:v>public_live_Call</c:v>
                </c:pt>
              </c:strCache>
            </c:strRef>
          </c:cat>
          <c:val>
            <c:numRef>
              <c:f>Dashboard!$B$68:$B$72</c:f>
              <c:numCache>
                <c:formatCode>0.00</c:formatCode>
                <c:ptCount val="4"/>
                <c:pt idx="0">
                  <c:v>168520.61833333349</c:v>
                </c:pt>
                <c:pt idx="1">
                  <c:v>45494.683333333342</c:v>
                </c:pt>
                <c:pt idx="2">
                  <c:v>0</c:v>
                </c:pt>
                <c:pt idx="3">
                  <c:v>50.596999999999902</c:v>
                </c:pt>
              </c:numCache>
            </c:numRef>
          </c:val>
          <c:extLst>
            <c:ext xmlns:c16="http://schemas.microsoft.com/office/drawing/2014/chart" uri="{C3380CC4-5D6E-409C-BE32-E72D297353CC}">
              <c16:uniqueId val="{00000008-F4B0-4FC4-8227-E925DA5BC2C2}"/>
            </c:ext>
          </c:extLst>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(1).xlsx]Dashboard!PivotTable2</c:name>
    <c:fmtId val="27"/>
  </c:pivotSource>
  <c:chart>
    <c:title>
      <c:tx>
        <c:rich>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r>
              <a:rPr lang="en-US"/>
              <a:t>Website Distribution</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dk1">
                  <a:lumMod val="50000"/>
                  <a:lumOff val="50000"/>
                </a:schemeClr>
              </a:solidFill>
              <a:latin typeface="+mj-lt"/>
              <a:ea typeface="+mj-ea"/>
              <a:cs typeface="+mj-cs"/>
            </a:defRPr>
          </a:pPr>
          <a:endParaRPr lang="en-US"/>
        </a:p>
      </c:txPr>
    </c:title>
    <c:autoTitleDeleted val="0"/>
    <c:pivotFmts>
      <c:pivotFmt>
        <c:idx val="0"/>
        <c:spPr>
          <a:gradFill>
            <a:gsLst>
              <a:gs pos="100000">
                <a:schemeClr val="accent4">
                  <a:lumMod val="60000"/>
                  <a:lumOff val="40000"/>
                </a:schemeClr>
              </a:gs>
              <a:gs pos="0">
                <a:schemeClr val="accent4"/>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gradFill>
            <a:gsLst>
              <a:gs pos="100000">
                <a:schemeClr val="accent4">
                  <a:shade val="65000"/>
                  <a:lumMod val="60000"/>
                  <a:lumOff val="40000"/>
                </a:schemeClr>
              </a:gs>
              <a:gs pos="0">
                <a:schemeClr val="accent4">
                  <a:shade val="65000"/>
                </a:schemeClr>
              </a:gs>
            </a:gsLst>
            <a:lin ang="5400000" scaled="0"/>
          </a:gradFill>
          <a:ln w="19050">
            <a:solidFill>
              <a:schemeClr val="lt1"/>
            </a:solidFill>
          </a:ln>
          <a:effectLst/>
        </c:spPr>
      </c:pivotFmt>
      <c:pivotFmt>
        <c:idx val="2"/>
        <c:spPr>
          <a:gradFill>
            <a:gsLst>
              <a:gs pos="100000">
                <a:schemeClr val="accent4">
                  <a:lumMod val="60000"/>
                  <a:lumOff val="40000"/>
                </a:schemeClr>
              </a:gs>
              <a:gs pos="0">
                <a:schemeClr val="accent4"/>
              </a:gs>
            </a:gsLst>
            <a:lin ang="5400000" scaled="0"/>
          </a:gradFill>
          <a:ln w="19050">
            <a:solidFill>
              <a:schemeClr val="lt1"/>
            </a:solidFill>
          </a:ln>
          <a:effectLst/>
        </c:spPr>
      </c:pivotFmt>
      <c:pivotFmt>
        <c:idx val="3"/>
        <c:spPr>
          <a:gradFill>
            <a:gsLst>
              <a:gs pos="100000">
                <a:schemeClr val="accent4">
                  <a:tint val="65000"/>
                  <a:lumMod val="60000"/>
                  <a:lumOff val="40000"/>
                </a:schemeClr>
              </a:gs>
              <a:gs pos="0">
                <a:schemeClr val="accent4">
                  <a:tint val="65000"/>
                </a:schemeClr>
              </a:gs>
            </a:gsLst>
            <a:lin ang="5400000" scaled="0"/>
          </a:gradFill>
          <a:ln w="19050">
            <a:solidFill>
              <a:schemeClr val="lt1"/>
            </a:solidFill>
          </a:ln>
          <a:effectLst/>
        </c:spPr>
      </c:pivotFmt>
      <c:pivotFmt>
        <c:idx val="4"/>
        <c:spPr>
          <a:gradFill>
            <a:gsLst>
              <a:gs pos="100000">
                <a:schemeClr val="accent4">
                  <a:lumMod val="60000"/>
                  <a:lumOff val="40000"/>
                </a:schemeClr>
              </a:gs>
              <a:gs pos="0">
                <a:schemeClr val="accent4"/>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5"/>
        <c:spPr>
          <a:gradFill>
            <a:gsLst>
              <a:gs pos="100000">
                <a:schemeClr val="accent4">
                  <a:shade val="65000"/>
                  <a:lumMod val="60000"/>
                  <a:lumOff val="40000"/>
                </a:schemeClr>
              </a:gs>
              <a:gs pos="0">
                <a:schemeClr val="accent4">
                  <a:shade val="65000"/>
                </a:schemeClr>
              </a:gs>
            </a:gsLst>
            <a:lin ang="5400000" scaled="0"/>
          </a:gradFill>
          <a:ln w="19050">
            <a:solidFill>
              <a:schemeClr val="lt1"/>
            </a:solidFill>
          </a:ln>
          <a:effectLst/>
        </c:spPr>
      </c:pivotFmt>
      <c:pivotFmt>
        <c:idx val="6"/>
        <c:spPr>
          <a:gradFill>
            <a:gsLst>
              <a:gs pos="100000">
                <a:schemeClr val="accent4">
                  <a:lumMod val="60000"/>
                  <a:lumOff val="40000"/>
                </a:schemeClr>
              </a:gs>
              <a:gs pos="0">
                <a:schemeClr val="accent4"/>
              </a:gs>
            </a:gsLst>
            <a:lin ang="5400000" scaled="0"/>
          </a:gradFill>
          <a:ln w="19050">
            <a:solidFill>
              <a:schemeClr val="lt1"/>
            </a:solidFill>
          </a:ln>
          <a:effectLst/>
        </c:spPr>
      </c:pivotFmt>
      <c:pivotFmt>
        <c:idx val="7"/>
        <c:spPr>
          <a:gradFill>
            <a:gsLst>
              <a:gs pos="100000">
                <a:schemeClr val="accent4">
                  <a:tint val="65000"/>
                  <a:lumMod val="60000"/>
                  <a:lumOff val="40000"/>
                </a:schemeClr>
              </a:gs>
              <a:gs pos="0">
                <a:schemeClr val="accent4">
                  <a:tint val="65000"/>
                </a:schemeClr>
              </a:gs>
            </a:gsLst>
            <a:lin ang="5400000" scaled="0"/>
          </a:gradFill>
          <a:ln w="19050">
            <a:solidFill>
              <a:schemeClr val="lt1"/>
            </a:solidFill>
          </a:ln>
          <a:effectLst/>
        </c:spPr>
      </c:pivotFmt>
      <c:pivotFmt>
        <c:idx val="8"/>
        <c:spPr>
          <a:gradFill>
            <a:gsLst>
              <a:gs pos="100000">
                <a:schemeClr val="accent4">
                  <a:lumMod val="60000"/>
                  <a:lumOff val="40000"/>
                </a:schemeClr>
              </a:gs>
              <a:gs pos="0">
                <a:schemeClr val="accent4"/>
              </a:gs>
            </a:gsLst>
            <a:lin ang="5400000" scaled="0"/>
          </a:gra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9"/>
        <c:spPr>
          <a:gradFill>
            <a:gsLst>
              <a:gs pos="100000">
                <a:schemeClr val="accent4">
                  <a:shade val="65000"/>
                  <a:lumMod val="60000"/>
                  <a:lumOff val="40000"/>
                </a:schemeClr>
              </a:gs>
              <a:gs pos="0">
                <a:schemeClr val="accent4">
                  <a:shade val="65000"/>
                </a:schemeClr>
              </a:gs>
            </a:gsLst>
            <a:lin ang="5400000" scaled="0"/>
          </a:gradFill>
          <a:ln w="19050">
            <a:solidFill>
              <a:schemeClr val="lt1"/>
            </a:solidFill>
          </a:ln>
          <a:effectLst/>
        </c:spPr>
      </c:pivotFmt>
      <c:pivotFmt>
        <c:idx val="10"/>
        <c:spPr>
          <a:gradFill>
            <a:gsLst>
              <a:gs pos="100000">
                <a:schemeClr val="accent4">
                  <a:lumMod val="60000"/>
                  <a:lumOff val="40000"/>
                </a:schemeClr>
              </a:gs>
              <a:gs pos="0">
                <a:schemeClr val="accent4"/>
              </a:gs>
            </a:gsLst>
            <a:lin ang="5400000" scaled="0"/>
          </a:gradFill>
          <a:ln w="19050">
            <a:solidFill>
              <a:schemeClr val="lt1"/>
            </a:solidFill>
          </a:ln>
          <a:effectLst/>
        </c:spPr>
      </c:pivotFmt>
      <c:pivotFmt>
        <c:idx val="11"/>
        <c:spPr>
          <a:gradFill>
            <a:gsLst>
              <a:gs pos="100000">
                <a:schemeClr val="accent4">
                  <a:tint val="65000"/>
                  <a:lumMod val="60000"/>
                  <a:lumOff val="40000"/>
                </a:schemeClr>
              </a:gs>
              <a:gs pos="0">
                <a:schemeClr val="accent4">
                  <a:tint val="65000"/>
                </a:schemeClr>
              </a:gs>
            </a:gsLst>
            <a:lin ang="5400000" scaled="0"/>
          </a:gradFill>
          <a:ln w="19050">
            <a:solidFill>
              <a:schemeClr val="lt1"/>
            </a:solidFill>
          </a:ln>
          <a:effectLst/>
        </c:spPr>
      </c:pivotFmt>
    </c:pivotFmts>
    <c:plotArea>
      <c:layout>
        <c:manualLayout>
          <c:layoutTarget val="inner"/>
          <c:xMode val="edge"/>
          <c:yMode val="edge"/>
          <c:x val="0.20796472132159952"/>
          <c:y val="0.26950090765086088"/>
          <c:w val="0.38559588473900658"/>
          <c:h val="0.63529894666250419"/>
        </c:manualLayout>
      </c:layout>
      <c:pieChart>
        <c:varyColors val="1"/>
        <c:ser>
          <c:idx val="0"/>
          <c:order val="0"/>
          <c:tx>
            <c:strRef>
              <c:f>Dashboard!$E$67</c:f>
              <c:strCache>
                <c:ptCount val="1"/>
                <c:pt idx="0">
                  <c:v>Total</c:v>
                </c:pt>
              </c:strCache>
            </c:strRef>
          </c:tx>
          <c:dPt>
            <c:idx val="0"/>
            <c:bubble3D val="0"/>
            <c:spPr>
              <a:gradFill>
                <a:gsLst>
                  <a:gs pos="100000">
                    <a:schemeClr val="accent4">
                      <a:shade val="65000"/>
                      <a:lumMod val="60000"/>
                      <a:lumOff val="40000"/>
                    </a:schemeClr>
                  </a:gs>
                  <a:gs pos="0">
                    <a:schemeClr val="accent4">
                      <a:shade val="65000"/>
                    </a:schemeClr>
                  </a:gs>
                </a:gsLst>
                <a:lin ang="5400000" scaled="0"/>
              </a:gradFill>
              <a:ln w="19050">
                <a:solidFill>
                  <a:schemeClr val="lt1"/>
                </a:solidFill>
              </a:ln>
              <a:effectLst/>
            </c:spPr>
            <c:extLst>
              <c:ext xmlns:c16="http://schemas.microsoft.com/office/drawing/2014/chart" uri="{C3380CC4-5D6E-409C-BE32-E72D297353CC}">
                <c16:uniqueId val="{00000001-0EE1-4E6F-86C8-A78CFD64FA32}"/>
              </c:ext>
            </c:extLst>
          </c:dPt>
          <c:dPt>
            <c:idx val="1"/>
            <c:bubble3D val="0"/>
            <c:spPr>
              <a:gradFill>
                <a:gsLst>
                  <a:gs pos="100000">
                    <a:schemeClr val="accent4">
                      <a:lumMod val="60000"/>
                      <a:lumOff val="40000"/>
                    </a:schemeClr>
                  </a:gs>
                  <a:gs pos="0">
                    <a:schemeClr val="accent4"/>
                  </a:gs>
                </a:gsLst>
                <a:lin ang="5400000" scaled="0"/>
              </a:gradFill>
              <a:ln w="19050">
                <a:solidFill>
                  <a:schemeClr val="lt1"/>
                </a:solidFill>
              </a:ln>
              <a:effectLst/>
            </c:spPr>
            <c:extLst>
              <c:ext xmlns:c16="http://schemas.microsoft.com/office/drawing/2014/chart" uri="{C3380CC4-5D6E-409C-BE32-E72D297353CC}">
                <c16:uniqueId val="{00000003-0EE1-4E6F-86C8-A78CFD64FA32}"/>
              </c:ext>
            </c:extLst>
          </c:dPt>
          <c:dPt>
            <c:idx val="2"/>
            <c:bubble3D val="0"/>
            <c:spPr>
              <a:gradFill>
                <a:gsLst>
                  <a:gs pos="100000">
                    <a:schemeClr val="accent4">
                      <a:tint val="65000"/>
                      <a:lumMod val="60000"/>
                      <a:lumOff val="40000"/>
                    </a:schemeClr>
                  </a:gs>
                  <a:gs pos="0">
                    <a:schemeClr val="accent4">
                      <a:tint val="65000"/>
                    </a:schemeClr>
                  </a:gs>
                </a:gsLst>
                <a:lin ang="5400000" scaled="0"/>
              </a:gradFill>
              <a:ln w="19050">
                <a:solidFill>
                  <a:schemeClr val="lt1"/>
                </a:solidFill>
              </a:ln>
              <a:effectLst/>
            </c:spPr>
            <c:extLst>
              <c:ext xmlns:c16="http://schemas.microsoft.com/office/drawing/2014/chart" uri="{C3380CC4-5D6E-409C-BE32-E72D297353CC}">
                <c16:uniqueId val="{00000005-0EE1-4E6F-86C8-A78CFD64FA3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Dashboard!$D$68:$D$71</c:f>
              <c:strCache>
                <c:ptCount val="3"/>
                <c:pt idx="0">
                  <c:v>app</c:v>
                </c:pt>
                <c:pt idx="1">
                  <c:v>dashboard</c:v>
                </c:pt>
                <c:pt idx="2">
                  <c:v>gurucool</c:v>
                </c:pt>
              </c:strCache>
            </c:strRef>
          </c:cat>
          <c:val>
            <c:numRef>
              <c:f>Dashboard!$E$68:$E$71</c:f>
              <c:numCache>
                <c:formatCode>General</c:formatCode>
                <c:ptCount val="3"/>
                <c:pt idx="0">
                  <c:v>7800</c:v>
                </c:pt>
                <c:pt idx="1">
                  <c:v>2</c:v>
                </c:pt>
                <c:pt idx="2">
                  <c:v>20225</c:v>
                </c:pt>
              </c:numCache>
            </c:numRef>
          </c:val>
          <c:extLst>
            <c:ext xmlns:c16="http://schemas.microsoft.com/office/drawing/2014/chart" uri="{C3380CC4-5D6E-409C-BE32-E72D297353CC}">
              <c16:uniqueId val="{00000006-0EE1-4E6F-86C8-A78CFD64FA32}"/>
            </c:ext>
          </c:extLst>
        </c:ser>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(1).xlsx]Dashboard!PivotTable4</c:name>
    <c:fmtId val="-1"/>
  </c:pivotSource>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a:t>Call</a:t>
            </a:r>
            <a:r>
              <a:rPr lang="en-US" baseline="0"/>
              <a:t> Status Distribution</a:t>
            </a:r>
            <a:endParaRPr lang="en-US"/>
          </a:p>
        </c:rich>
      </c:tx>
      <c:layout>
        <c:manualLayout>
          <c:xMode val="edge"/>
          <c:yMode val="edge"/>
          <c:x val="0.20635477921194464"/>
          <c:y val="0.10787860299352407"/>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2"/>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3"/>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4"/>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5"/>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6"/>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8"/>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9"/>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0"/>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1"/>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2"/>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4"/>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5"/>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6"/>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7"/>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s>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4.4943677464720097E-2"/>
          <c:y val="0.26441756458074323"/>
          <c:w val="0.75298207642110504"/>
          <c:h val="0.67572477810764497"/>
        </c:manualLayout>
      </c:layout>
      <c:pie3DChart>
        <c:varyColors val="1"/>
        <c:ser>
          <c:idx val="0"/>
          <c:order val="0"/>
          <c:tx>
            <c:strRef>
              <c:f>Dashboard!$K$67</c:f>
              <c:strCache>
                <c:ptCount val="1"/>
                <c:pt idx="0">
                  <c:v>Total</c:v>
                </c:pt>
              </c:strCache>
            </c:strRef>
          </c:tx>
          <c:dPt>
            <c:idx val="0"/>
            <c:bubble3D val="0"/>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9802-4A0B-B9FB-AC602CE53383}"/>
              </c:ext>
            </c:extLst>
          </c:dPt>
          <c:dPt>
            <c:idx val="1"/>
            <c:bubble3D val="0"/>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9802-4A0B-B9FB-AC602CE53383}"/>
              </c:ext>
            </c:extLst>
          </c:dPt>
          <c:dPt>
            <c:idx val="2"/>
            <c:bubble3D val="0"/>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5-9802-4A0B-B9FB-AC602CE53383}"/>
              </c:ext>
            </c:extLst>
          </c:dPt>
          <c:dPt>
            <c:idx val="3"/>
            <c:bubble3D val="0"/>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7-9802-4A0B-B9FB-AC602CE53383}"/>
              </c:ext>
            </c:extLst>
          </c:dPt>
          <c:dPt>
            <c:idx val="4"/>
            <c:bubble3D val="0"/>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9-9802-4A0B-B9FB-AC602CE53383}"/>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Dashboard!$J$68:$J$73</c:f>
              <c:strCache>
                <c:ptCount val="5"/>
                <c:pt idx="0">
                  <c:v>busy</c:v>
                </c:pt>
                <c:pt idx="1">
                  <c:v>completed</c:v>
                </c:pt>
                <c:pt idx="2">
                  <c:v>failed</c:v>
                </c:pt>
                <c:pt idx="3">
                  <c:v>incomplete</c:v>
                </c:pt>
                <c:pt idx="4">
                  <c:v>no-answer</c:v>
                </c:pt>
              </c:strCache>
            </c:strRef>
          </c:cat>
          <c:val>
            <c:numRef>
              <c:f>Dashboard!$K$68:$K$73</c:f>
              <c:numCache>
                <c:formatCode>General</c:formatCode>
                <c:ptCount val="5"/>
                <c:pt idx="0">
                  <c:v>1270</c:v>
                </c:pt>
                <c:pt idx="1">
                  <c:v>3451</c:v>
                </c:pt>
                <c:pt idx="2">
                  <c:v>1040</c:v>
                </c:pt>
                <c:pt idx="3">
                  <c:v>875</c:v>
                </c:pt>
                <c:pt idx="4">
                  <c:v>1729</c:v>
                </c:pt>
              </c:numCache>
            </c:numRef>
          </c:val>
          <c:extLst>
            <c:ext xmlns:c16="http://schemas.microsoft.com/office/drawing/2014/chart" uri="{C3380CC4-5D6E-409C-BE32-E72D297353CC}">
              <c16:uniqueId val="{0000000A-9802-4A0B-B9FB-AC602CE53383}"/>
            </c:ext>
          </c:extLst>
        </c:ser>
        <c:dLbls>
          <c:dLblPos val="inEnd"/>
          <c:showLegendKey val="0"/>
          <c:showVal val="0"/>
          <c:showCatName val="0"/>
          <c:showSerName val="0"/>
          <c:showPercent val="1"/>
          <c:showBubbleSize val="0"/>
          <c:showLeaderLines val="1"/>
        </c:dLbls>
      </c:pie3D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(1).xlsx]Dashboard!PivotTable3</c:name>
    <c:fmtId val="-1"/>
  </c:pivotSource>
  <c:chart>
    <c:title>
      <c:tx>
        <c:rich>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r>
              <a:rPr lang="en-US"/>
              <a:t>Chat Status Distribution</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2"/>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3"/>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4"/>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5"/>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6"/>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8"/>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9"/>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0"/>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1"/>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2"/>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4"/>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5"/>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6"/>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
        <c:idx val="17"/>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pivotFmt>
    </c:pivotFmts>
    <c:view3D>
      <c:rotX val="50"/>
      <c:rotY val="0"/>
      <c:depthPercent val="100"/>
      <c:rAngAx val="0"/>
      <c:perspective val="6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2.5664243892590345E-2"/>
          <c:y val="0.31364037469454248"/>
          <c:w val="0.72772982345230863"/>
          <c:h val="0.62007839579076707"/>
        </c:manualLayout>
      </c:layout>
      <c:pie3DChart>
        <c:varyColors val="1"/>
        <c:ser>
          <c:idx val="0"/>
          <c:order val="0"/>
          <c:tx>
            <c:strRef>
              <c:f>Dashboard!$H$67</c:f>
              <c:strCache>
                <c:ptCount val="1"/>
                <c:pt idx="0">
                  <c:v>Total</c:v>
                </c:pt>
              </c:strCache>
            </c:strRef>
          </c:tx>
          <c:dPt>
            <c:idx val="0"/>
            <c:bubble3D val="0"/>
            <c:spPr>
              <a:solidFill>
                <a:schemeClr val="accent4">
                  <a:tint val="54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1-3CB6-4E91-9E3D-D1C2DD06032E}"/>
              </c:ext>
            </c:extLst>
          </c:dPt>
          <c:dPt>
            <c:idx val="1"/>
            <c:bubble3D val="0"/>
            <c:spPr>
              <a:solidFill>
                <a:schemeClr val="accent4">
                  <a:tint val="77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3-3CB6-4E91-9E3D-D1C2DD06032E}"/>
              </c:ext>
            </c:extLst>
          </c:dPt>
          <c:dPt>
            <c:idx val="2"/>
            <c:bubble3D val="0"/>
            <c:spPr>
              <a:solidFill>
                <a:schemeClr val="accent4"/>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5-3CB6-4E91-9E3D-D1C2DD06032E}"/>
              </c:ext>
            </c:extLst>
          </c:dPt>
          <c:dPt>
            <c:idx val="3"/>
            <c:bubble3D val="0"/>
            <c:spPr>
              <a:solidFill>
                <a:schemeClr val="accent4">
                  <a:shade val="76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7-3CB6-4E91-9E3D-D1C2DD06032E}"/>
              </c:ext>
            </c:extLst>
          </c:dPt>
          <c:dPt>
            <c:idx val="4"/>
            <c:bubble3D val="0"/>
            <c:spPr>
              <a:solidFill>
                <a:schemeClr val="accent4">
                  <a:shade val="53000"/>
                </a:schemeClr>
              </a:solidFill>
              <a:ln>
                <a:noFill/>
              </a:ln>
              <a:effectLst>
                <a:outerShdw blurRad="88900" sx="102000" sy="102000" algn="ctr" rotWithShape="0">
                  <a:prstClr val="black">
                    <a:alpha val="20000"/>
                  </a:prstClr>
                </a:outerShdw>
              </a:effectLst>
              <a:scene3d>
                <a:camera prst="orthographicFront"/>
                <a:lightRig rig="threePt" dir="t"/>
              </a:scene3d>
              <a:sp3d prstMaterial="matte"/>
            </c:spPr>
            <c:extLst>
              <c:ext xmlns:c16="http://schemas.microsoft.com/office/drawing/2014/chart" uri="{C3380CC4-5D6E-409C-BE32-E72D297353CC}">
                <c16:uniqueId val="{00000009-3CB6-4E91-9E3D-D1C2DD06032E}"/>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Dashboard!$G$68:$G$73</c:f>
              <c:strCache>
                <c:ptCount val="5"/>
                <c:pt idx="0">
                  <c:v>Completed</c:v>
                </c:pt>
                <c:pt idx="1">
                  <c:v>Failed</c:v>
                </c:pt>
                <c:pt idx="2">
                  <c:v>Incomplete</c:v>
                </c:pt>
                <c:pt idx="3">
                  <c:v>Pending</c:v>
                </c:pt>
                <c:pt idx="4">
                  <c:v>Started</c:v>
                </c:pt>
              </c:strCache>
            </c:strRef>
          </c:cat>
          <c:val>
            <c:numRef>
              <c:f>Dashboard!$H$68:$H$73</c:f>
              <c:numCache>
                <c:formatCode>General</c:formatCode>
                <c:ptCount val="5"/>
                <c:pt idx="0">
                  <c:v>5535</c:v>
                </c:pt>
                <c:pt idx="1">
                  <c:v>7256</c:v>
                </c:pt>
                <c:pt idx="2">
                  <c:v>6641</c:v>
                </c:pt>
                <c:pt idx="3">
                  <c:v>48</c:v>
                </c:pt>
                <c:pt idx="4">
                  <c:v>35</c:v>
                </c:pt>
              </c:numCache>
            </c:numRef>
          </c:val>
          <c:extLst>
            <c:ext xmlns:c16="http://schemas.microsoft.com/office/drawing/2014/chart" uri="{C3380CC4-5D6E-409C-BE32-E72D297353CC}">
              <c16:uniqueId val="{0000000A-3CB6-4E91-9E3D-D1C2DD06032E}"/>
            </c:ext>
          </c:extLst>
        </c:ser>
        <c:dLbls>
          <c:dLblPos val="inEnd"/>
          <c:showLegendKey val="0"/>
          <c:showVal val="0"/>
          <c:showCatName val="0"/>
          <c:showSerName val="0"/>
          <c:showPercent val="1"/>
          <c:showBubbleSize val="0"/>
          <c:showLeaderLines val="1"/>
        </c:dLbls>
      </c:pie3D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(1).xlsx]Dashboard!PivotTable5</c:name>
    <c:fmtId val="12"/>
  </c:pivotSource>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Hourly</a:t>
            </a:r>
            <a:r>
              <a:rPr lang="en-US" baseline="0"/>
              <a:t> Call Distribution</a:t>
            </a:r>
            <a:endParaRPr lang="en-US"/>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ivotFmts>
      <c:pivotFmt>
        <c:idx val="0"/>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1"/>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
        <c:idx val="2"/>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2831737346101231E-2"/>
          <c:y val="0.22583841508235666"/>
          <c:w val="0.82337860982151512"/>
          <c:h val="0.6182260824566459"/>
        </c:manualLayout>
      </c:layout>
      <c:barChart>
        <c:barDir val="col"/>
        <c:grouping val="clustered"/>
        <c:varyColors val="0"/>
        <c:ser>
          <c:idx val="0"/>
          <c:order val="0"/>
          <c:tx>
            <c:strRef>
              <c:f>Dashboard!$N$67</c:f>
              <c:strCache>
                <c:ptCount val="1"/>
                <c:pt idx="0">
                  <c:v>Total</c:v>
                </c:pt>
              </c:strCache>
            </c:strRef>
          </c:tx>
          <c:spPr>
            <a:gradFill>
              <a:gsLst>
                <a:gs pos="0">
                  <a:schemeClr val="accent4"/>
                </a:gs>
                <a:gs pos="100000">
                  <a:schemeClr val="accent4">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Dashboard!$M$68:$M$80</c:f>
              <c:strCache>
                <c:ptCount val="12"/>
                <c:pt idx="0">
                  <c:v>0-1</c:v>
                </c:pt>
                <c:pt idx="1">
                  <c:v>2-3</c:v>
                </c:pt>
                <c:pt idx="2">
                  <c:v>4-5</c:v>
                </c:pt>
                <c:pt idx="3">
                  <c:v>6-7</c:v>
                </c:pt>
                <c:pt idx="4">
                  <c:v>8-9</c:v>
                </c:pt>
                <c:pt idx="5">
                  <c:v>10-11</c:v>
                </c:pt>
                <c:pt idx="6">
                  <c:v>12-13</c:v>
                </c:pt>
                <c:pt idx="7">
                  <c:v>14-15</c:v>
                </c:pt>
                <c:pt idx="8">
                  <c:v>16-17</c:v>
                </c:pt>
                <c:pt idx="9">
                  <c:v>18-19</c:v>
                </c:pt>
                <c:pt idx="10">
                  <c:v>20-21</c:v>
                </c:pt>
                <c:pt idx="11">
                  <c:v>22-23</c:v>
                </c:pt>
              </c:strCache>
            </c:strRef>
          </c:cat>
          <c:val>
            <c:numRef>
              <c:f>Dashboard!$N$68:$N$80</c:f>
              <c:numCache>
                <c:formatCode>General</c:formatCode>
                <c:ptCount val="12"/>
                <c:pt idx="0">
                  <c:v>120</c:v>
                </c:pt>
                <c:pt idx="1">
                  <c:v>393</c:v>
                </c:pt>
                <c:pt idx="2">
                  <c:v>797</c:v>
                </c:pt>
                <c:pt idx="3">
                  <c:v>1092</c:v>
                </c:pt>
                <c:pt idx="4">
                  <c:v>1158</c:v>
                </c:pt>
                <c:pt idx="5">
                  <c:v>1120</c:v>
                </c:pt>
                <c:pt idx="6">
                  <c:v>920</c:v>
                </c:pt>
                <c:pt idx="7">
                  <c:v>1010</c:v>
                </c:pt>
                <c:pt idx="8">
                  <c:v>853</c:v>
                </c:pt>
                <c:pt idx="9">
                  <c:v>488</c:v>
                </c:pt>
                <c:pt idx="10">
                  <c:v>271</c:v>
                </c:pt>
                <c:pt idx="11">
                  <c:v>143</c:v>
                </c:pt>
              </c:numCache>
            </c:numRef>
          </c:val>
          <c:extLst>
            <c:ext xmlns:c16="http://schemas.microsoft.com/office/drawing/2014/chart" uri="{C3380CC4-5D6E-409C-BE32-E72D297353CC}">
              <c16:uniqueId val="{00000000-75F0-4843-849D-6A5017AF56AF}"/>
            </c:ext>
          </c:extLst>
        </c:ser>
        <c:dLbls>
          <c:dLblPos val="inEnd"/>
          <c:showLegendKey val="0"/>
          <c:showVal val="1"/>
          <c:showCatName val="0"/>
          <c:showSerName val="0"/>
          <c:showPercent val="0"/>
          <c:showBubbleSize val="0"/>
        </c:dLbls>
        <c:gapWidth val="41"/>
        <c:axId val="1156701968"/>
        <c:axId val="1156699088"/>
      </c:barChart>
      <c:catAx>
        <c:axId val="11567019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1156699088"/>
        <c:crosses val="autoZero"/>
        <c:auto val="1"/>
        <c:lblAlgn val="ctr"/>
        <c:lblOffset val="100"/>
        <c:noMultiLvlLbl val="0"/>
      </c:catAx>
      <c:valAx>
        <c:axId val="115669908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1567019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(1).xlsx]Dashboard!PivotTable7</c:name>
    <c:fmtId val="10"/>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Rating Wise Guru Distribution</a:t>
            </a:r>
          </a:p>
        </c:rich>
      </c:tx>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ivotFmts>
      <c:pivotFmt>
        <c:idx val="0"/>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flip="none" rotWithShape="1">
            <a:gsLst>
              <a:gs pos="0">
                <a:schemeClr val="accent4"/>
              </a:gs>
              <a:gs pos="75000">
                <a:schemeClr val="accent4">
                  <a:lumMod val="60000"/>
                  <a:lumOff val="40000"/>
                </a:schemeClr>
              </a:gs>
              <a:gs pos="51000">
                <a:schemeClr val="accent4">
                  <a:alpha val="75000"/>
                </a:schemeClr>
              </a:gs>
              <a:gs pos="100000">
                <a:schemeClr val="accent4">
                  <a:lumMod val="20000"/>
                  <a:lumOff val="80000"/>
                  <a:alpha val="15000"/>
                </a:schemeClr>
              </a:gs>
            </a:gsLst>
            <a:lin ang="5400000" scaled="0"/>
          </a:gra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Dashboard!$T$67</c:f>
              <c:strCache>
                <c:ptCount val="1"/>
                <c:pt idx="0">
                  <c:v>Total</c:v>
                </c:pt>
              </c:strCache>
            </c:strRef>
          </c:tx>
          <c:spPr>
            <a:pattFill prst="ltUpDiag">
              <a:fgClr>
                <a:schemeClr val="accent4"/>
              </a:fgClr>
              <a:bgClr>
                <a:schemeClr val="lt1"/>
              </a:bgClr>
            </a:pattFill>
            <a:ln>
              <a:noFill/>
            </a:ln>
            <a:effectLst/>
          </c:spPr>
          <c:invertIfNegative val="0"/>
          <c:cat>
            <c:strRef>
              <c:f>Dashboard!$S$68:$S$78</c:f>
              <c:strCache>
                <c:ptCount val="10"/>
                <c:pt idx="0">
                  <c:v>97</c:v>
                </c:pt>
                <c:pt idx="1">
                  <c:v>305</c:v>
                </c:pt>
                <c:pt idx="2">
                  <c:v>286</c:v>
                </c:pt>
                <c:pt idx="3">
                  <c:v>289</c:v>
                </c:pt>
                <c:pt idx="4">
                  <c:v>312</c:v>
                </c:pt>
                <c:pt idx="5">
                  <c:v>309</c:v>
                </c:pt>
                <c:pt idx="6">
                  <c:v>302</c:v>
                </c:pt>
                <c:pt idx="7">
                  <c:v>304</c:v>
                </c:pt>
                <c:pt idx="8">
                  <c:v>253</c:v>
                </c:pt>
                <c:pt idx="9">
                  <c:v>27</c:v>
                </c:pt>
              </c:strCache>
            </c:strRef>
          </c:cat>
          <c:val>
            <c:numRef>
              <c:f>Dashboard!$T$68:$T$78</c:f>
              <c:numCache>
                <c:formatCode>0.00</c:formatCode>
                <c:ptCount val="10"/>
                <c:pt idx="0">
                  <c:v>7.5</c:v>
                </c:pt>
                <c:pt idx="1">
                  <c:v>7.5</c:v>
                </c:pt>
                <c:pt idx="2">
                  <c:v>5.9</c:v>
                </c:pt>
                <c:pt idx="3">
                  <c:v>5.75</c:v>
                </c:pt>
                <c:pt idx="4">
                  <c:v>5.6111111111111107</c:v>
                </c:pt>
                <c:pt idx="5">
                  <c:v>5.4626865671641793</c:v>
                </c:pt>
                <c:pt idx="6">
                  <c:v>5.4243243243243242</c:v>
                </c:pt>
                <c:pt idx="7">
                  <c:v>5.4</c:v>
                </c:pt>
                <c:pt idx="8">
                  <c:v>5.0487804878048781</c:v>
                </c:pt>
                <c:pt idx="9">
                  <c:v>4.957746478873239</c:v>
                </c:pt>
              </c:numCache>
            </c:numRef>
          </c:val>
          <c:extLst>
            <c:ext xmlns:c16="http://schemas.microsoft.com/office/drawing/2014/chart" uri="{C3380CC4-5D6E-409C-BE32-E72D297353CC}">
              <c16:uniqueId val="{00000000-0A1C-454E-83C1-0083FBFC7B53}"/>
            </c:ext>
          </c:extLst>
        </c:ser>
        <c:dLbls>
          <c:showLegendKey val="0"/>
          <c:showVal val="0"/>
          <c:showCatName val="0"/>
          <c:showSerName val="0"/>
          <c:showPercent val="0"/>
          <c:showBubbleSize val="0"/>
        </c:dLbls>
        <c:gapWidth val="269"/>
        <c:overlap val="-20"/>
        <c:axId val="1167509344"/>
        <c:axId val="1167494944"/>
      </c:barChart>
      <c:catAx>
        <c:axId val="1167509344"/>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4">
                <a:lumMod val="60000"/>
                <a:lumOff val="40000"/>
              </a:schemeClr>
            </a:solidFill>
            <a:round/>
          </a:ln>
          <a:effectLst/>
        </c:spPr>
        <c:txPr>
          <a:bodyPr rot="-60000000" spcFirstLastPara="1" vertOverflow="ellipsis" vert="horz" wrap="square" anchor="ctr" anchorCtr="1"/>
          <a:lstStyle/>
          <a:p>
            <a:pPr>
              <a:defRPr sz="1064" b="0" i="0" u="none" strike="noStrike" kern="1200" cap="all" spc="150" normalizeH="0" baseline="0">
                <a:solidFill>
                  <a:schemeClr val="lt1"/>
                </a:solidFill>
                <a:latin typeface="+mn-lt"/>
                <a:ea typeface="+mn-ea"/>
                <a:cs typeface="+mn-cs"/>
              </a:defRPr>
            </a:pPr>
            <a:endParaRPr lang="en-US"/>
          </a:p>
        </c:txPr>
        <c:crossAx val="1167494944"/>
        <c:crosses val="autoZero"/>
        <c:auto val="1"/>
        <c:lblAlgn val="ctr"/>
        <c:lblOffset val="100"/>
        <c:noMultiLvlLbl val="0"/>
      </c:catAx>
      <c:valAx>
        <c:axId val="1167494944"/>
        <c:scaling>
          <c:orientation val="minMax"/>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16750934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solidFill>
    <a:ln w="9525" cap="flat" cmpd="sng" algn="ctr">
      <a:solidFill>
        <a:schemeClr val="accent4"/>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[ASTROSAGE PROJECT ANMOL SHRIVASTAVA (1).xlsx]Dashboard!PivotTable10</c:name>
    <c:fmtId val="13"/>
  </c:pivotSource>
  <c:chart>
    <c:title>
      <c:tx>
        <c:rich>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r>
              <a:rPr lang="en-US"/>
              <a:t>Top 10 Gurus Call Distribution</a:t>
            </a:r>
          </a:p>
        </c:rich>
      </c:tx>
      <c:layout>
        <c:manualLayout>
          <c:xMode val="edge"/>
          <c:yMode val="edge"/>
          <c:x val="0.33755175983436853"/>
          <c:y val="7.148777455449648E-2"/>
        </c:manualLayout>
      </c:layout>
      <c:overlay val="0"/>
      <c:spPr>
        <a:noFill/>
        <a:ln>
          <a:noFill/>
        </a:ln>
        <a:effectLst/>
      </c:spPr>
      <c:txPr>
        <a:bodyPr rot="0" spcFirstLastPara="1" vertOverflow="ellipsis" vert="horz" wrap="square" anchor="ctr" anchorCtr="1"/>
        <a:lstStyle/>
        <a:p>
          <a:pPr>
            <a:defRPr sz="1995" b="1" i="0" u="none" strike="noStrike" kern="1200" cap="all" spc="100" normalizeH="0" baseline="0">
              <a:solidFill>
                <a:schemeClr val="lt1"/>
              </a:solidFill>
              <a:latin typeface="+mn-lt"/>
              <a:ea typeface="+mn-ea"/>
              <a:cs typeface="+mn-cs"/>
            </a:defRPr>
          </a:pPr>
          <a:endParaRPr lang="en-US"/>
        </a:p>
      </c:txPr>
    </c:title>
    <c:autoTitleDeleted val="0"/>
    <c:pivotFmts>
      <c:pivotFmt>
        <c:idx val="0"/>
        <c:spPr>
          <a:solidFill>
            <a:schemeClr val="accent4"/>
          </a:solidFill>
          <a:ln w="38100" cap="flat" cmpd="dbl" algn="ctr">
            <a:solidFill>
              <a:schemeClr val="accent4"/>
            </a:solidFill>
            <a:miter lim="800000"/>
          </a:ln>
          <a:effectLst/>
          <a:scene3d>
            <a:camera prst="orthographicFront">
              <a:rot lat="0" lon="0" rev="0"/>
            </a:camera>
            <a:lightRig rig="threePt" dir="t">
              <a:rot lat="0" lon="0" rev="19800000"/>
            </a:lightRig>
          </a:scene3d>
          <a:sp3d prstMaterial="flat">
            <a:bevelT w="25400" h="31750"/>
          </a:sp3d>
        </c:spPr>
        <c:marker>
          <c:symbol val="circle"/>
          <c:size val="6"/>
          <c:spPr>
            <a:solidFill>
              <a:schemeClr val="accent4"/>
            </a:solidFill>
            <a:ln w="9525" cap="flat" cmpd="sng" algn="ctr">
              <a:solidFill>
                <a:schemeClr val="lt1"/>
              </a:solidFill>
              <a:round/>
            </a:ln>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w="38100" cap="flat" cmpd="dbl" algn="ctr">
            <a:solidFill>
              <a:schemeClr val="accent4"/>
            </a:solidFill>
            <a:miter lim="800000"/>
          </a:ln>
          <a:effectLst/>
          <a:scene3d>
            <a:camera prst="orthographicFront">
              <a:rot lat="0" lon="0" rev="0"/>
            </a:camera>
            <a:lightRig rig="threePt" dir="t">
              <a:rot lat="0" lon="0" rev="19800000"/>
            </a:lightRig>
          </a:scene3d>
          <a:sp3d prstMaterial="flat">
            <a:bevelT w="25400" h="31750"/>
          </a:sp3d>
        </c:spPr>
        <c:marker>
          <c:symbol val="circle"/>
          <c:size val="6"/>
          <c:spPr>
            <a:solidFill>
              <a:schemeClr val="accent4"/>
            </a:solidFill>
            <a:ln w="9525" cap="flat" cmpd="sng" algn="ctr">
              <a:solidFill>
                <a:schemeClr val="lt1"/>
              </a:solidFill>
              <a:round/>
            </a:ln>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hade val="85000"/>
                  <a:satMod val="130000"/>
                </a:schemeClr>
              </a:gs>
              <a:gs pos="34000">
                <a:schemeClr val="accent4">
                  <a:shade val="87000"/>
                  <a:satMod val="125000"/>
                </a:schemeClr>
              </a:gs>
              <a:gs pos="70000">
                <a:schemeClr val="accent4">
                  <a:tint val="100000"/>
                  <a:shade val="90000"/>
                  <a:satMod val="130000"/>
                </a:schemeClr>
              </a:gs>
              <a:gs pos="100000">
                <a:schemeClr val="accent4">
                  <a:tint val="100000"/>
                  <a:shade val="100000"/>
                  <a:satMod val="110000"/>
                </a:schemeClr>
              </a:gs>
            </a:gsLst>
            <a:path path="circle">
              <a:fillToRect l="100000" t="100000" r="100000" b="100000"/>
            </a:path>
          </a:gradFill>
          <a:ln w="38100" cap="flat" cmpd="dbl" algn="ctr">
            <a:solidFill>
              <a:schemeClr val="accent4"/>
            </a:solidFill>
            <a:miter lim="800000"/>
          </a:ln>
          <a:effectLst/>
          <a:scene3d>
            <a:camera prst="orthographicFront">
              <a:rot lat="0" lon="0" rev="0"/>
            </a:camera>
            <a:lightRig rig="threePt" dir="t">
              <a:rot lat="0" lon="0" rev="19800000"/>
            </a:lightRig>
          </a:scene3d>
          <a:sp3d prstMaterial="flat">
            <a:bevelT w="25400" h="31750"/>
          </a:sp3d>
        </c:spPr>
        <c:marker>
          <c:symbol val="circle"/>
          <c:size val="6"/>
          <c:spPr>
            <a:solidFill>
              <a:schemeClr val="accent4"/>
            </a:solidFill>
            <a:ln w="9525" cap="flat" cmpd="sng" algn="ctr">
              <a:solidFill>
                <a:schemeClr val="lt1"/>
              </a:solidFill>
              <a:round/>
            </a:ln>
            <a:effectLst/>
            <a:scene3d>
              <a:camera prst="orthographicFront">
                <a:rot lat="0" lon="0" rev="0"/>
              </a:camera>
              <a:lightRig rig="threePt" dir="t">
                <a:rot lat="0" lon="0" rev="19800000"/>
              </a:lightRig>
            </a:scene3d>
            <a:sp3d prstMaterial="flat">
              <a:bevelT w="25400" h="3175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8665003831042866E-2"/>
          <c:y val="0.26300824239075377"/>
          <c:w val="0.73403147976068206"/>
          <c:h val="0.43613730027167658"/>
        </c:manualLayout>
      </c:layout>
      <c:lineChart>
        <c:grouping val="standard"/>
        <c:varyColors val="0"/>
        <c:ser>
          <c:idx val="0"/>
          <c:order val="0"/>
          <c:tx>
            <c:strRef>
              <c:f>Dashboard!$Z$72</c:f>
              <c:strCache>
                <c:ptCount val="1"/>
                <c:pt idx="0">
                  <c:v>Total</c:v>
                </c:pt>
              </c:strCache>
            </c:strRef>
          </c:tx>
          <c:spPr>
            <a:ln w="34925" cap="rnd">
              <a:solidFill>
                <a:schemeClr val="lt1"/>
              </a:solidFill>
              <a:round/>
            </a:ln>
            <a:effectLst>
              <a:outerShdw dist="25400" dir="2700000" algn="tl" rotWithShape="0">
                <a:schemeClr val="accent4"/>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4">
                          <a:lumMod val="60000"/>
                          <a:lumOff val="40000"/>
                        </a:schemeClr>
                      </a:solidFill>
                    </a:ln>
                    <a:effectLst/>
                  </c:spPr>
                </c15:leaderLines>
              </c:ext>
            </c:extLst>
          </c:dLbls>
          <c:cat>
            <c:strRef>
              <c:f>Dashboard!$Y$73:$Y$83</c:f>
              <c:strCache>
                <c:ptCount val="10"/>
                <c:pt idx="0">
                  <c:v>Astro Shalini</c:v>
                </c:pt>
                <c:pt idx="1">
                  <c:v>Tarot Gauri</c:v>
                </c:pt>
                <c:pt idx="2">
                  <c:v>Astro  Brejesh</c:v>
                </c:pt>
                <c:pt idx="3">
                  <c:v>Dr Balkrisna</c:v>
                </c:pt>
                <c:pt idx="4">
                  <c:v>Tarot  Gurpreet</c:v>
                </c:pt>
                <c:pt idx="5">
                  <c:v>Astro Divya</c:v>
                </c:pt>
                <c:pt idx="6">
                  <c:v>Tarot Bee Riya</c:v>
                </c:pt>
                <c:pt idx="7">
                  <c:v>Astro  Ruchi</c:v>
                </c:pt>
                <c:pt idx="8">
                  <c:v>Tarot  Seema</c:v>
                </c:pt>
                <c:pt idx="9">
                  <c:v>Astro  Shweta</c:v>
                </c:pt>
              </c:strCache>
            </c:strRef>
          </c:cat>
          <c:val>
            <c:numRef>
              <c:f>Dashboard!$Z$73:$Z$83</c:f>
              <c:numCache>
                <c:formatCode>General</c:formatCode>
                <c:ptCount val="10"/>
                <c:pt idx="0">
                  <c:v>1060</c:v>
                </c:pt>
                <c:pt idx="1">
                  <c:v>497</c:v>
                </c:pt>
                <c:pt idx="2">
                  <c:v>334</c:v>
                </c:pt>
                <c:pt idx="3">
                  <c:v>309</c:v>
                </c:pt>
                <c:pt idx="4">
                  <c:v>300</c:v>
                </c:pt>
                <c:pt idx="5">
                  <c:v>271</c:v>
                </c:pt>
                <c:pt idx="6">
                  <c:v>262</c:v>
                </c:pt>
                <c:pt idx="7">
                  <c:v>238</c:v>
                </c:pt>
                <c:pt idx="8">
                  <c:v>233</c:v>
                </c:pt>
                <c:pt idx="9">
                  <c:v>226</c:v>
                </c:pt>
              </c:numCache>
            </c:numRef>
          </c:val>
          <c:smooth val="0"/>
          <c:extLst>
            <c:ext xmlns:c16="http://schemas.microsoft.com/office/drawing/2014/chart" uri="{C3380CC4-5D6E-409C-BE32-E72D297353CC}">
              <c16:uniqueId val="{00000000-2E35-4486-8F9D-25C5A81AF38C}"/>
            </c:ext>
          </c:extLst>
        </c:ser>
        <c:dLbls>
          <c:dLblPos val="ctr"/>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smooth val="0"/>
        <c:axId val="1346006336"/>
        <c:axId val="1346003936"/>
      </c:lineChart>
      <c:catAx>
        <c:axId val="1346006336"/>
        <c:scaling>
          <c:orientation val="minMax"/>
        </c:scaling>
        <c:delete val="0"/>
        <c:axPos val="b"/>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1197" b="0" i="0" u="none" strike="noStrike" kern="1200" spc="100" baseline="0">
                <a:solidFill>
                  <a:schemeClr val="lt1"/>
                </a:solidFill>
                <a:latin typeface="+mn-lt"/>
                <a:ea typeface="+mn-ea"/>
                <a:cs typeface="+mn-cs"/>
              </a:defRPr>
            </a:pPr>
            <a:endParaRPr lang="en-US"/>
          </a:p>
        </c:txPr>
        <c:crossAx val="1346003936"/>
        <c:crosses val="autoZero"/>
        <c:auto val="1"/>
        <c:lblAlgn val="ctr"/>
        <c:lblOffset val="100"/>
        <c:noMultiLvlLbl val="0"/>
      </c:catAx>
      <c:valAx>
        <c:axId val="134600393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crossAx val="134600633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lt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solidFill>
    <a:ln w="9525" cap="flat" cmpd="sng" algn="ctr">
      <a:solidFill>
        <a:schemeClr val="accent4"/>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withinLinearReversed" id="24">
  <a:schemeClr val="accent4"/>
</cs:colorStyle>
</file>

<file path=ppt/charts/colors3.xml><?xml version="1.0" encoding="utf-8"?>
<cs:colorStyle xmlns:cs="http://schemas.microsoft.com/office/drawing/2012/chartStyle" xmlns:a="http://schemas.openxmlformats.org/drawingml/2006/main" meth="withinLinear" id="17">
  <a:schemeClr val="accent4"/>
</cs:colorStyle>
</file>

<file path=ppt/charts/colors4.xml><?xml version="1.0" encoding="utf-8"?>
<cs:colorStyle xmlns:cs="http://schemas.microsoft.com/office/drawing/2012/chartStyle" xmlns:a="http://schemas.openxmlformats.org/drawingml/2006/main" meth="withinLinear" id="17">
  <a:schemeClr val="accent4"/>
</cs:colorStyle>
</file>

<file path=ppt/charts/colors5.xml><?xml version="1.0" encoding="utf-8"?>
<cs:colorStyle xmlns:cs="http://schemas.microsoft.com/office/drawing/2012/chartStyle" xmlns:a="http://schemas.openxmlformats.org/drawingml/2006/main" meth="withinLinearReversed" id="24">
  <a:schemeClr val="accent4"/>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withinLinearReversed" id="24">
  <a:schemeClr val="accent4"/>
</cs:colorStyle>
</file>

<file path=ppt/charts/style1.xml><?xml version="1.0" encoding="utf-8"?>
<cs:chartStyle xmlns:cs="http://schemas.microsoft.com/office/drawing/2012/chartStyle" xmlns:a="http://schemas.openxmlformats.org/drawingml/2006/main" id="28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styleClr val="auto"/>
    </cs:lnRef>
    <cs:fillRef idx="0">
      <cs:styleClr val="auto"/>
    </cs:fillRef>
    <cs:effectRef idx="0"/>
    <cs:fontRef idx="minor">
      <a:schemeClr val="tx1"/>
    </cs:fontRef>
    <cs:spPr>
      <a:pattFill prst="ltDnDiag">
        <a:fgClr>
          <a:schemeClr val="phClr"/>
        </a:fgClr>
        <a:bgClr>
          <a:schemeClr val="phClr">
            <a:lumMod val="20000"/>
            <a:lumOff val="80000"/>
          </a:schemeClr>
        </a:bgClr>
      </a:pattFill>
      <a:ln>
        <a:solidFill>
          <a:schemeClr val="phClr"/>
        </a:solidFill>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spPr>
      <a:solidFill>
        <a:schemeClr val="lt1"/>
      </a:solidFill>
      <a:sp3d/>
    </cs:spPr>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6">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14">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1064"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styleClr val="auto"/>
    </cs:fillRef>
    <cs:effectRef idx="0"/>
    <cs:fontRef idx="minor">
      <a:schemeClr val="lt1"/>
    </cs:fontRef>
    <cs:spPr>
      <a:solidFill>
        <a:schemeClr val="phClr">
          <a:alpha val="70000"/>
        </a:schemeClr>
      </a:solidFill>
    </cs:spPr>
    <cs:defRPr sz="1197"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29">
  <cs:axisTitle>
    <cs:lnRef idx="0"/>
    <cs:fillRef idx="0"/>
    <cs:effectRef idx="0"/>
    <cs:fontRef idx="minor">
      <a:schemeClr val="lt1"/>
    </cs:fontRef>
    <cs:defRPr sz="1197" b="1" kern="1200"/>
  </cs:axisTitle>
  <cs:categoryAxis>
    <cs:lnRef idx="0">
      <cs:styleClr val="0"/>
    </cs:lnRef>
    <cs:fillRef idx="0"/>
    <cs:effectRef idx="0"/>
    <cs:fontRef idx="minor">
      <a:schemeClr val="lt1"/>
    </cs:fontRef>
    <cs:spPr>
      <a:ln w="12700" cap="flat" cmpd="sng" algn="ctr">
        <a:solidFill>
          <a:schemeClr val="lt1"/>
        </a:solidFill>
        <a:round/>
      </a:ln>
    </cs:spPr>
    <cs:defRPr sz="1197"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330" kern="1200"/>
  </cs:chartArea>
  <cs:dataLabel>
    <cs:lnRef idx="0"/>
    <cs:fillRef idx="0"/>
    <cs:effectRef idx="0"/>
    <cs:fontRef idx="minor">
      <a:schemeClr val="lt1"/>
    </cs:fontRef>
    <cs:defRPr sz="1197" b="1" kern="1200"/>
  </cs:dataLabel>
  <cs:dataLabelCallout>
    <cs:lnRef idx="0">
      <cs:styleClr val="auto"/>
    </cs:lnRef>
    <cs:fillRef idx="0"/>
    <cs:effectRef idx="0"/>
    <cs:fontRef idx="minor">
      <cs:styleClr val="auto"/>
    </cs:fontRef>
    <cs:spPr>
      <a:solidFill>
        <a:schemeClr val="lt1"/>
      </a:solidFill>
      <a:ln>
        <a:solidFill>
          <a:schemeClr val="ph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1197"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1197"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995"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1197"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7AC5-1BC3-E17F-0F56-C705D3ED28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94A339C-5D4E-D942-90FD-1FCC91B1E9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731B11-C864-FCBA-F80C-CC5E2508A8AE}"/>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B935D92E-8BFD-9910-2244-6521F2923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A9EB2-BC7C-6D21-2408-AE06B22E7FEF}"/>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54365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2EB9-CD47-E2DA-AF51-6B0A078BA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7BDAEE-76E2-F5B2-A1CE-0E514E6C01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34AF4-8BBE-58E1-7830-14FB15474C3A}"/>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66578E7F-9F58-6362-4988-AE1812E7FC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DDFED5-E1CD-354C-C402-38B3AC1AC503}"/>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3924870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A3556-1F36-6972-6138-678DA10C3A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312468-C515-8536-C835-E5F88CE9DE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B1F30-0B1F-88B1-98FD-CB09CF3AE5BD}"/>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9046A328-FF0A-882F-2743-7918A5920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26031E-67D9-4ACF-75F4-B44F37A933EF}"/>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243167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1857F-D97C-8649-AF08-31313985D0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268CC6-E9E8-B164-323C-DE7A461398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81DBB7-68D5-40F5-ECCB-D48813D338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563EF2-6081-B1FC-8110-824F2E7135D0}"/>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6" name="Footer Placeholder 5">
            <a:extLst>
              <a:ext uri="{FF2B5EF4-FFF2-40B4-BE49-F238E27FC236}">
                <a16:creationId xmlns:a16="http://schemas.microsoft.com/office/drawing/2014/main" id="{F5E8AF3F-53B3-EC67-A79E-8C9FAB11B3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029B6B-DFF7-11C1-E332-DEA2EBF61209}"/>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1549991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34BA-A8CA-EBC9-0B87-DE0BF2673D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A1CB4E-C049-9D90-488D-8262AB3CB3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512F7-8D3E-A8E0-AFB0-F4DAAA45E3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E003BEE-1F74-F325-2C06-9CBD9EF9D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1D2E3A-9AF1-67BA-A779-71975B87946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5D2542-34D5-3D54-BD17-1ED395746016}"/>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8" name="Footer Placeholder 7">
            <a:extLst>
              <a:ext uri="{FF2B5EF4-FFF2-40B4-BE49-F238E27FC236}">
                <a16:creationId xmlns:a16="http://schemas.microsoft.com/office/drawing/2014/main" id="{B6F09C18-525F-48CF-5B00-753531C085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A81B01-2F7A-2D73-A4BB-5E57B54A429B}"/>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48689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1541-1ABB-78E6-3779-1937B62FA3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2E6B205-2270-FA22-FEDE-95C5BAC97A43}"/>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4" name="Footer Placeholder 3">
            <a:extLst>
              <a:ext uri="{FF2B5EF4-FFF2-40B4-BE49-F238E27FC236}">
                <a16:creationId xmlns:a16="http://schemas.microsoft.com/office/drawing/2014/main" id="{C341D759-D21C-22F9-16CC-29F4850C32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B5B8A9-CA96-4465-6319-CD256EDBA7FA}"/>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55718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A2C3EF-C1B1-EFA1-5123-0EDEE1FE15B7}"/>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3" name="Footer Placeholder 2">
            <a:extLst>
              <a:ext uri="{FF2B5EF4-FFF2-40B4-BE49-F238E27FC236}">
                <a16:creationId xmlns:a16="http://schemas.microsoft.com/office/drawing/2014/main" id="{B553FB3F-E5C1-40AF-CB6F-B250DC199E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143206-8669-0D9B-2D0F-6DF012B2D92F}"/>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465047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65EB-2185-4F32-BC65-66BD20D671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3DB2E7-774D-DFE9-2C19-E599F51BE2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1AFAC6-B667-0644-6742-C5B2CB951B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4542D-67FC-5A3F-1149-0178009F4764}"/>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6" name="Footer Placeholder 5">
            <a:extLst>
              <a:ext uri="{FF2B5EF4-FFF2-40B4-BE49-F238E27FC236}">
                <a16:creationId xmlns:a16="http://schemas.microsoft.com/office/drawing/2014/main" id="{16F368A5-F81A-A6E4-F391-71AFFE386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041128-A520-E2F5-1456-E3F661B543E4}"/>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858556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7D89A-E928-F585-78E5-810F59BCEA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C20BD9-7765-2B3C-FCA4-C28DCDD323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D3BD0F-E6F1-B14E-4D9C-1AFD441FB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A0E54B-0B1B-9811-69C0-B9E637BC0B29}"/>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6" name="Footer Placeholder 5">
            <a:extLst>
              <a:ext uri="{FF2B5EF4-FFF2-40B4-BE49-F238E27FC236}">
                <a16:creationId xmlns:a16="http://schemas.microsoft.com/office/drawing/2014/main" id="{3B1C1A99-A35C-28C5-EBFB-998913A86B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47B71D5-6EC4-F071-9AE6-2A6612D824EB}"/>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1409613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D2732-72CA-A513-9060-87AFFFBCC4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121541-CE99-ED2C-BB7B-0A37C7461D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08E18-F749-8394-ED11-5BA93D2774FC}"/>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135C74AD-7E97-8F6D-60D9-1EE0F5687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FBB42-0641-9814-B290-C547E598C0B2}"/>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2364881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027672-53F2-CDC9-985D-89839C07BB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F8A99A-E65B-36B7-E1B2-DF08A4470F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C80246-DD14-15F6-906A-56E689BFD3D6}"/>
              </a:ext>
            </a:extLst>
          </p:cNvPr>
          <p:cNvSpPr>
            <a:spLocks noGrp="1"/>
          </p:cNvSpPr>
          <p:nvPr>
            <p:ph type="dt" sz="half" idx="10"/>
          </p:nvPr>
        </p:nvSpPr>
        <p:spPr/>
        <p:txBody>
          <a:body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A32F3401-EA18-19F5-3721-D1403AC91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B039B5-48A3-95E4-AAD9-A0BC21E75D4F}"/>
              </a:ext>
            </a:extLst>
          </p:cNvPr>
          <p:cNvSpPr>
            <a:spLocks noGrp="1"/>
          </p:cNvSpPr>
          <p:nvPr>
            <p:ph type="sldNum" sz="quarter" idx="12"/>
          </p:nvPr>
        </p:nvSpPr>
        <p:spPr/>
        <p:txBody>
          <a:bodyPr/>
          <a:lstStyle/>
          <a:p>
            <a:fld id="{92EA62C2-303F-44C2-A782-F1B978A64318}" type="slidenum">
              <a:rPr lang="en-US" smtClean="0"/>
              <a:t>‹#›</a:t>
            </a:fld>
            <a:endParaRPr lang="en-US"/>
          </a:p>
        </p:txBody>
      </p:sp>
    </p:spTree>
    <p:extLst>
      <p:ext uri="{BB962C8B-B14F-4D97-AF65-F5344CB8AC3E}">
        <p14:creationId xmlns:p14="http://schemas.microsoft.com/office/powerpoint/2010/main" val="778486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036D1D-0DA2-18D9-C52C-9B2CA3B886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80EAE1-E927-9201-5066-02CF8C8BE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B4DD57-7595-AF22-81EB-2CE12F13D9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5801B0-547B-4A22-A53E-A10E16F86423}" type="datetimeFigureOut">
              <a:rPr lang="en-US" smtClean="0"/>
              <a:t>8/29/2026</a:t>
            </a:fld>
            <a:endParaRPr lang="en-US"/>
          </a:p>
        </p:txBody>
      </p:sp>
      <p:sp>
        <p:nvSpPr>
          <p:cNvPr id="5" name="Footer Placeholder 4">
            <a:extLst>
              <a:ext uri="{FF2B5EF4-FFF2-40B4-BE49-F238E27FC236}">
                <a16:creationId xmlns:a16="http://schemas.microsoft.com/office/drawing/2014/main" id="{3B1D64CA-ED5D-5CB1-B2C1-7AE9F467FC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6427769-36A7-FA8C-B1B1-7C921CA1C3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A62C2-303F-44C2-A782-F1B978A64318}" type="slidenum">
              <a:rPr lang="en-US" smtClean="0"/>
              <a:t>‹#›</a:t>
            </a:fld>
            <a:endParaRPr lang="en-US"/>
          </a:p>
        </p:txBody>
      </p:sp>
    </p:spTree>
    <p:extLst>
      <p:ext uri="{BB962C8B-B14F-4D97-AF65-F5344CB8AC3E}">
        <p14:creationId xmlns:p14="http://schemas.microsoft.com/office/powerpoint/2010/main" val="3149005523"/>
      </p:ext>
    </p:extLst>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2C7A6-33D3-D1A7-B375-DF417EFB830C}"/>
              </a:ext>
            </a:extLst>
          </p:cNvPr>
          <p:cNvSpPr>
            <a:spLocks noGrp="1"/>
          </p:cNvSpPr>
          <p:nvPr>
            <p:ph type="ctrTitle"/>
          </p:nvPr>
        </p:nvSpPr>
        <p:spPr>
          <a:xfrm>
            <a:off x="1032387" y="214005"/>
            <a:ext cx="9700267" cy="2081167"/>
          </a:xfrm>
        </p:spPr>
        <p:txBody>
          <a:bodyPr>
            <a:noAutofit/>
          </a:bodyPr>
          <a:lstStyle/>
          <a:p>
            <a:pPr algn="ctr"/>
            <a:r>
              <a:rPr lang="en-US" sz="3600" b="1" u="sng" dirty="0" err="1">
                <a:solidFill>
                  <a:srgbClr val="FFC000"/>
                </a:solidFill>
                <a:latin typeface="Cambria" panose="02040503050406030204" pitchFamily="18" charset="0"/>
                <a:ea typeface="Cambria" panose="02040503050406030204" pitchFamily="18" charset="0"/>
                <a:cs typeface="Instrument Sans Semi Bold" pitchFamily="34" charset="-120"/>
              </a:rPr>
              <a:t>AstroSage</a:t>
            </a:r>
            <a:r>
              <a:rPr lang="en-US" sz="3600" b="1" u="sng" dirty="0">
                <a:solidFill>
                  <a:srgbClr val="FFC000"/>
                </a:solidFill>
                <a:latin typeface="Cambria" panose="02040503050406030204" pitchFamily="18" charset="0"/>
                <a:ea typeface="Cambria" panose="02040503050406030204" pitchFamily="18" charset="0"/>
                <a:cs typeface="Instrument Sans Semi Bold" pitchFamily="34" charset="-120"/>
              </a:rPr>
              <a:t> Call Center Optimization</a:t>
            </a:r>
            <a:br>
              <a:rPr lang="en-US" sz="3600" b="1" u="sng" dirty="0">
                <a:solidFill>
                  <a:srgbClr val="FFC000"/>
                </a:solidFill>
                <a:latin typeface="Cambria" panose="02040503050406030204" pitchFamily="18" charset="0"/>
                <a:ea typeface="Cambria" panose="02040503050406030204" pitchFamily="18" charset="0"/>
                <a:cs typeface="Instrument Sans Semi Bold" pitchFamily="34" charset="-120"/>
              </a:rPr>
            </a:br>
            <a:br>
              <a:rPr lang="en-US" sz="3600" dirty="0">
                <a:solidFill>
                  <a:srgbClr val="FFC000"/>
                </a:solidFill>
                <a:latin typeface="Cambria" panose="02040503050406030204" pitchFamily="18" charset="0"/>
                <a:ea typeface="Cambria" panose="02040503050406030204" pitchFamily="18" charset="0"/>
              </a:rPr>
            </a:br>
            <a:r>
              <a:rPr lang="en-US" sz="3600" b="1" u="sng" dirty="0">
                <a:solidFill>
                  <a:srgbClr val="FFC000"/>
                </a:solidFill>
                <a:latin typeface="Cambria" panose="02040503050406030204" pitchFamily="18" charset="0"/>
                <a:ea typeface="Cambria" panose="02040503050406030204" pitchFamily="18" charset="0"/>
                <a:cs typeface="Instrument Sans Medium" pitchFamily="34" charset="-120"/>
              </a:rPr>
              <a:t>Strategic Investment Analysis for Operational Excellence</a:t>
            </a:r>
            <a:endParaRPr lang="en-US" sz="3600" b="1" u="sng" dirty="0">
              <a:solidFill>
                <a:srgbClr val="FFC000"/>
              </a:solidFill>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0C4FA793-06C6-C3A0-DA37-0A213E418177}"/>
              </a:ext>
            </a:extLst>
          </p:cNvPr>
          <p:cNvSpPr>
            <a:spLocks noGrp="1"/>
          </p:cNvSpPr>
          <p:nvPr>
            <p:ph type="subTitle" idx="1"/>
          </p:nvPr>
        </p:nvSpPr>
        <p:spPr>
          <a:xfrm>
            <a:off x="6096000" y="2487561"/>
            <a:ext cx="6017342" cy="3667433"/>
          </a:xfrm>
        </p:spPr>
        <p:txBody>
          <a:bodyPr/>
          <a:lstStyle/>
          <a:p>
            <a:endParaRPr lang="en-US" dirty="0"/>
          </a:p>
        </p:txBody>
      </p:sp>
      <p:pic>
        <p:nvPicPr>
          <p:cNvPr id="4" name="Picture 2" descr="AstroSage Kundli: AI Astrology – Apps on Google Play">
            <a:extLst>
              <a:ext uri="{FF2B5EF4-FFF2-40B4-BE49-F238E27FC236}">
                <a16:creationId xmlns:a16="http://schemas.microsoft.com/office/drawing/2014/main" id="{60B790E4-3D53-36A9-F748-E952ACBFB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012DD1E-CBF6-AF68-F9CA-039CDEBF2C5B}"/>
              </a:ext>
            </a:extLst>
          </p:cNvPr>
          <p:cNvSpPr txBox="1"/>
          <p:nvPr/>
        </p:nvSpPr>
        <p:spPr>
          <a:xfrm>
            <a:off x="373626" y="4562827"/>
            <a:ext cx="6096000" cy="1015663"/>
          </a:xfrm>
          <a:prstGeom prst="rect">
            <a:avLst/>
          </a:prstGeom>
          <a:noFill/>
        </p:spPr>
        <p:txBody>
          <a:bodyPr wrap="square">
            <a:spAutoFit/>
          </a:bodyPr>
          <a:lstStyle/>
          <a:p>
            <a:r>
              <a:rPr lang="en-US" sz="2000" b="1" dirty="0">
                <a:solidFill>
                  <a:schemeClr val="tx1">
                    <a:lumMod val="95000"/>
                    <a:lumOff val="5000"/>
                  </a:schemeClr>
                </a:solidFill>
                <a:latin typeface="Cambria" panose="02040503050406030204" pitchFamily="18" charset="0"/>
                <a:ea typeface="Cambria" panose="02040503050406030204" pitchFamily="18" charset="0"/>
              </a:rPr>
              <a:t>Submitted by:</a:t>
            </a:r>
          </a:p>
          <a:p>
            <a:r>
              <a:rPr lang="en-US" sz="2000" b="1" dirty="0">
                <a:solidFill>
                  <a:schemeClr val="tx1">
                    <a:lumMod val="95000"/>
                    <a:lumOff val="5000"/>
                  </a:schemeClr>
                </a:solidFill>
                <a:latin typeface="Cambria" panose="02040503050406030204" pitchFamily="18" charset="0"/>
                <a:ea typeface="Cambria" panose="02040503050406030204" pitchFamily="18" charset="0"/>
              </a:rPr>
              <a:t>Purushotam Kumar</a:t>
            </a:r>
          </a:p>
          <a:p>
            <a:r>
              <a:rPr lang="en-IN" sz="2000" b="1" u="sng" dirty="0">
                <a:solidFill>
                  <a:schemeClr val="tx1">
                    <a:lumMod val="95000"/>
                    <a:lumOff val="5000"/>
                  </a:schemeClr>
                </a:solidFill>
                <a:latin typeface="Cambria" panose="02040503050406030204" pitchFamily="18" charset="0"/>
                <a:ea typeface="Cambria" panose="02040503050406030204" pitchFamily="18" charset="0"/>
              </a:rPr>
              <a:t>August, 2025</a:t>
            </a:r>
          </a:p>
        </p:txBody>
      </p:sp>
      <p:pic>
        <p:nvPicPr>
          <p:cNvPr id="7" name="Picture 6">
            <a:extLst>
              <a:ext uri="{FF2B5EF4-FFF2-40B4-BE49-F238E27FC236}">
                <a16:creationId xmlns:a16="http://schemas.microsoft.com/office/drawing/2014/main" id="{64A72D04-9B65-C1CD-3EF9-7957DEDB9D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87562"/>
            <a:ext cx="6017342" cy="3667432"/>
          </a:xfrm>
          <a:prstGeom prst="rect">
            <a:avLst/>
          </a:prstGeom>
        </p:spPr>
      </p:pic>
    </p:spTree>
    <p:extLst>
      <p:ext uri="{BB962C8B-B14F-4D97-AF65-F5344CB8AC3E}">
        <p14:creationId xmlns:p14="http://schemas.microsoft.com/office/powerpoint/2010/main" val="149363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E058-8491-D613-CDDB-7F5A9E6517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6BFB1D-C651-F97C-5207-34A9A3A3FF16}"/>
              </a:ext>
            </a:extLst>
          </p:cNvPr>
          <p:cNvSpPr>
            <a:spLocks noGrp="1"/>
          </p:cNvSpPr>
          <p:nvPr>
            <p:ph type="title"/>
          </p:nvPr>
        </p:nvSpPr>
        <p:spPr>
          <a:xfrm>
            <a:off x="838200" y="365125"/>
            <a:ext cx="10515600" cy="1522669"/>
          </a:xfrm>
        </p:spPr>
        <p:txBody>
          <a:bodyPr anchor="t">
            <a:normAutofit fontScale="90000"/>
          </a:bodyPr>
          <a:lstStyle/>
          <a:p>
            <a:r>
              <a:rPr lang="en-US" sz="4000" b="1" u="sng" dirty="0">
                <a:latin typeface="Cambria" panose="02040503050406030204" pitchFamily="18" charset="0"/>
                <a:ea typeface="Cambria" panose="02040503050406030204" pitchFamily="18" charset="0"/>
                <a:cs typeface="Instrument Sans Semi Bold" pitchFamily="34" charset="-120"/>
              </a:rPr>
              <a:t>Problem Statement  </a:t>
            </a:r>
            <a:br>
              <a:rPr lang="en-US" sz="2800" b="1" u="sng" dirty="0">
                <a:latin typeface="Cambria" panose="02040503050406030204" pitchFamily="18" charset="0"/>
                <a:ea typeface="Cambria" panose="02040503050406030204" pitchFamily="18" charset="0"/>
                <a:cs typeface="Instrument Sans Semi Bold" pitchFamily="34" charset="-120"/>
              </a:rPr>
            </a:br>
            <a:br>
              <a:rPr lang="en-US" sz="1600" b="1" u="sng" dirty="0">
                <a:latin typeface="Cambria" panose="02040503050406030204" pitchFamily="18" charset="0"/>
                <a:ea typeface="Cambria" panose="02040503050406030204" pitchFamily="18" charset="0"/>
                <a:cs typeface="Instrument Sans Semi Bold" pitchFamily="34" charset="-120"/>
              </a:rPr>
            </a:br>
            <a:r>
              <a:rPr lang="en-US" sz="2200" dirty="0" err="1">
                <a:latin typeface="Cambria" panose="02040503050406030204" pitchFamily="18" charset="0"/>
                <a:ea typeface="Cambria" panose="02040503050406030204" pitchFamily="18" charset="0"/>
              </a:rPr>
              <a:t>AstroSage</a:t>
            </a:r>
            <a:r>
              <a:rPr lang="en-US" sz="2200" dirty="0">
                <a:latin typeface="Cambria" panose="02040503050406030204" pitchFamily="18" charset="0"/>
                <a:ea typeface="Cambria" panose="02040503050406030204" pitchFamily="18" charset="0"/>
              </a:rPr>
              <a:t> runs a large, multi-channel call center that handles thousands of customer interactions each day. However, increasing customer expectations, seasonal fluctuations in demand, and operational inefficiencies are putting pressure on profitability. This analysis highlights key performance gaps and proposes a strategic investment of ₹1 Crore to streamline operations and improve overall customer satisfaction.</a:t>
            </a:r>
            <a:br>
              <a:rPr lang="en-US" sz="1800" dirty="0">
                <a:latin typeface="Cambria" panose="02040503050406030204" pitchFamily="18" charset="0"/>
                <a:ea typeface="Cambria" panose="02040503050406030204" pitchFamily="18" charset="0"/>
              </a:rPr>
            </a:br>
            <a:endParaRPr lang="en-US" sz="1800" b="1" u="sng" dirty="0">
              <a:solidFill>
                <a:srgbClr val="00B0F0"/>
              </a:solidFill>
              <a:latin typeface="Cambria" panose="02040503050406030204" pitchFamily="18" charset="0"/>
              <a:ea typeface="Cambria" panose="02040503050406030204" pitchFamily="18" charset="0"/>
            </a:endParaRPr>
          </a:p>
        </p:txBody>
      </p:sp>
      <p:pic>
        <p:nvPicPr>
          <p:cNvPr id="7" name="Google Shape;169;p3">
            <a:extLst>
              <a:ext uri="{FF2B5EF4-FFF2-40B4-BE49-F238E27FC236}">
                <a16:creationId xmlns:a16="http://schemas.microsoft.com/office/drawing/2014/main" id="{7D3C90AA-F1F1-6F30-14C6-3BB219B74D6D}"/>
              </a:ext>
            </a:extLst>
          </p:cNvPr>
          <p:cNvPicPr preferRelativeResize="0">
            <a:picLocks noGrp="1"/>
          </p:cNvPicPr>
          <p:nvPr>
            <p:ph idx="1"/>
          </p:nvPr>
        </p:nvPicPr>
        <p:blipFill rotWithShape="1">
          <a:blip r:embed="rId2"/>
          <a:stretch>
            <a:fillRect/>
          </a:stretch>
        </p:blipFill>
        <p:spPr>
          <a:xfrm>
            <a:off x="838200" y="2585884"/>
            <a:ext cx="10515600" cy="3185248"/>
          </a:xfrm>
          <a:prstGeom prst="rect">
            <a:avLst/>
          </a:prstGeom>
          <a:noFill/>
          <a:ln>
            <a:noFill/>
          </a:ln>
        </p:spPr>
      </p:pic>
      <p:pic>
        <p:nvPicPr>
          <p:cNvPr id="4" name="Picture 2" descr="AstroSage Kundli: AI Astrology – Apps on Google Play">
            <a:extLst>
              <a:ext uri="{FF2B5EF4-FFF2-40B4-BE49-F238E27FC236}">
                <a16:creationId xmlns:a16="http://schemas.microsoft.com/office/drawing/2014/main" id="{DDADE52B-9EEE-E814-6EA5-97FE51BDE1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228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AD64D-2B4B-444A-5EEE-DA176390E3F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5A0049-8C5B-7419-E321-70E52D27BE6F}"/>
              </a:ext>
            </a:extLst>
          </p:cNvPr>
          <p:cNvSpPr>
            <a:spLocks noGrp="1"/>
          </p:cNvSpPr>
          <p:nvPr>
            <p:ph type="title"/>
          </p:nvPr>
        </p:nvSpPr>
        <p:spPr>
          <a:xfrm>
            <a:off x="839788" y="457200"/>
            <a:ext cx="8382870" cy="1600200"/>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mn-lt"/>
              </a:rPr>
              <a:t>Data Overview</a:t>
            </a:r>
            <a:endParaRPr lang="en-US" sz="3600" b="1" u="sng" dirty="0">
              <a:latin typeface="Cambria" panose="02040503050406030204" pitchFamily="18" charset="0"/>
              <a:ea typeface="Cambria" panose="02040503050406030204" pitchFamily="18" charset="0"/>
            </a:endParaRPr>
          </a:p>
        </p:txBody>
      </p:sp>
      <p:sp>
        <p:nvSpPr>
          <p:cNvPr id="7" name="Text Placeholder 6">
            <a:extLst>
              <a:ext uri="{FF2B5EF4-FFF2-40B4-BE49-F238E27FC236}">
                <a16:creationId xmlns:a16="http://schemas.microsoft.com/office/drawing/2014/main" id="{75094798-8450-88F9-322F-364338D04260}"/>
              </a:ext>
            </a:extLst>
          </p:cNvPr>
          <p:cNvSpPr>
            <a:spLocks noGrp="1"/>
          </p:cNvSpPr>
          <p:nvPr>
            <p:ph type="body" sz="half" idx="2"/>
          </p:nvPr>
        </p:nvSpPr>
        <p:spPr>
          <a:xfrm>
            <a:off x="839788" y="2057400"/>
            <a:ext cx="10732780" cy="3811588"/>
          </a:xfrm>
        </p:spPr>
        <p:txBody>
          <a:bodyPr>
            <a:normAutofit/>
          </a:bodyPr>
          <a:lstStyle/>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Served 2,8027 unique users supported by 131 gurus.</a:t>
            </a:r>
          </a:p>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Dataset spans 34 days of operations across India.</a:t>
            </a:r>
          </a:p>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Recorded 8,512 total calls, with 41% completed, 14% failed, and 10% incomplete.</a:t>
            </a:r>
          </a:p>
          <a:p>
            <a:pPr marL="342900" indent="-342900">
              <a:buFont typeface="Wingdings" panose="05000000000000000000" pitchFamily="2" charset="2"/>
              <a:buChar char="Ø"/>
            </a:pPr>
            <a:r>
              <a:rPr lang="en-US" sz="2000" b="1" dirty="0">
                <a:latin typeface="Cambria" panose="02040503050406030204" pitchFamily="18" charset="0"/>
                <a:ea typeface="Cambria" panose="02040503050406030204" pitchFamily="18" charset="0"/>
              </a:rPr>
              <a:t>The data provides insights into customer behavior and operational performance, enabling trend analysis and process optimization.</a:t>
            </a:r>
          </a:p>
        </p:txBody>
      </p:sp>
      <p:pic>
        <p:nvPicPr>
          <p:cNvPr id="4" name="Picture 2" descr="AstroSage Kundli: AI Astrology – Apps on Google Play">
            <a:extLst>
              <a:ext uri="{FF2B5EF4-FFF2-40B4-BE49-F238E27FC236}">
                <a16:creationId xmlns:a16="http://schemas.microsoft.com/office/drawing/2014/main" id="{E5ADD1A2-DBDB-1D17-5DBD-E18640B00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pic>
        <p:nvPicPr>
          <p:cNvPr id="8" name="Content Placeholder 7">
            <a:extLst>
              <a:ext uri="{FF2B5EF4-FFF2-40B4-BE49-F238E27FC236}">
                <a16:creationId xmlns:a16="http://schemas.microsoft.com/office/drawing/2014/main" id="{C82543B1-CEE6-8FF6-E1B1-89B028A83B4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7001" y="5250427"/>
            <a:ext cx="11036808" cy="1060307"/>
          </a:xfrm>
          <a:prstGeom prst="rect">
            <a:avLst/>
          </a:prstGeom>
        </p:spPr>
      </p:pic>
    </p:spTree>
    <p:extLst>
      <p:ext uri="{BB962C8B-B14F-4D97-AF65-F5344CB8AC3E}">
        <p14:creationId xmlns:p14="http://schemas.microsoft.com/office/powerpoint/2010/main" val="4188231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68028-80EA-3A1B-6032-547AD329BD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7B213D-2D9B-237E-60F1-0FF2E15EA4DE}"/>
              </a:ext>
            </a:extLst>
          </p:cNvPr>
          <p:cNvSpPr>
            <a:spLocks noGrp="1"/>
          </p:cNvSpPr>
          <p:nvPr>
            <p:ph type="title"/>
          </p:nvPr>
        </p:nvSpPr>
        <p:spPr>
          <a:xfrm>
            <a:off x="839788" y="457200"/>
            <a:ext cx="9248109" cy="1600200"/>
          </a:xfrm>
        </p:spPr>
        <p:txBody>
          <a:bodyPr anchor="ctr">
            <a:normAutofit/>
          </a:bodyPr>
          <a:lstStyle/>
          <a:p>
            <a:pPr algn="ctr"/>
            <a:r>
              <a:rPr lang="en-IN" sz="3600" b="1" u="sng" dirty="0">
                <a:latin typeface="Cambria" panose="02040503050406030204" pitchFamily="18" charset="0"/>
                <a:ea typeface="Cambria" panose="02040503050406030204" pitchFamily="18" charset="0"/>
              </a:rPr>
              <a:t>Data Cleaning &amp; Preparation</a:t>
            </a:r>
            <a:endParaRPr lang="en-US" sz="3600" b="1" u="sng" dirty="0">
              <a:latin typeface="Cambria" panose="02040503050406030204" pitchFamily="18" charset="0"/>
              <a:ea typeface="Cambria" panose="02040503050406030204" pitchFamily="18" charset="0"/>
            </a:endParaRPr>
          </a:p>
        </p:txBody>
      </p:sp>
      <p:sp>
        <p:nvSpPr>
          <p:cNvPr id="7" name="Text Placeholder 6">
            <a:extLst>
              <a:ext uri="{FF2B5EF4-FFF2-40B4-BE49-F238E27FC236}">
                <a16:creationId xmlns:a16="http://schemas.microsoft.com/office/drawing/2014/main" id="{2193EF36-D62C-307D-9B1A-1FA040A6E0B9}"/>
              </a:ext>
            </a:extLst>
          </p:cNvPr>
          <p:cNvSpPr>
            <a:spLocks noGrp="1"/>
          </p:cNvSpPr>
          <p:nvPr>
            <p:ph type="body" sz="half" idx="2"/>
          </p:nvPr>
        </p:nvSpPr>
        <p:spPr>
          <a:xfrm>
            <a:off x="839788" y="2057400"/>
            <a:ext cx="10398483" cy="3811588"/>
          </a:xfrm>
        </p:spPr>
        <p:txBody>
          <a:bodyPr>
            <a:normAutofit/>
          </a:bodyPr>
          <a:lstStyle/>
          <a:p>
            <a:pPr marL="342900" indent="-34290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Handle missing values and blank data cells across the dataset. </a:t>
            </a:r>
          </a:p>
          <a:p>
            <a:pPr marL="342900" indent="-34290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Normalized date values in day, month and year for daily, monthly and yearly reports.</a:t>
            </a:r>
          </a:p>
          <a:p>
            <a:pPr marL="342900" indent="-34290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This dataset allows for an in- depth understanding of </a:t>
            </a:r>
            <a:r>
              <a:rPr lang="en-US" sz="2000" b="1" dirty="0" err="1">
                <a:latin typeface="Cambria" panose="02040503050406030204" pitchFamily="18" charset="0"/>
                <a:ea typeface="Cambria" panose="02040503050406030204" pitchFamily="18" charset="0"/>
              </a:rPr>
              <a:t>AstroSage</a:t>
            </a:r>
            <a:r>
              <a:rPr lang="en-US" sz="2000" b="1" dirty="0">
                <a:latin typeface="Cambria" panose="02040503050406030204" pitchFamily="18" charset="0"/>
                <a:ea typeface="Cambria" panose="02040503050406030204" pitchFamily="18" charset="0"/>
              </a:rPr>
              <a:t> market presence and operational scope.</a:t>
            </a:r>
          </a:p>
          <a:p>
            <a:pPr marL="342900" indent="-34290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A good dataset is important to understand the operational cost , customer satisfaction and trend in the sales of call center.</a:t>
            </a:r>
          </a:p>
          <a:p>
            <a:pPr marL="342900" indent="-34290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This dataset enable us to predict and suggest future investments to grow the sales Turnover. REPHRASED IT </a:t>
            </a:r>
          </a:p>
        </p:txBody>
      </p:sp>
      <p:pic>
        <p:nvPicPr>
          <p:cNvPr id="4" name="Picture 2" descr="AstroSage Kundli: AI Astrology – Apps on Google Play">
            <a:extLst>
              <a:ext uri="{FF2B5EF4-FFF2-40B4-BE49-F238E27FC236}">
                <a16:creationId xmlns:a16="http://schemas.microsoft.com/office/drawing/2014/main" id="{5AC2E88D-4CB4-E342-7F3D-0EB1416E7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092661A-28EC-9DF4-F1A5-E4BDA4934438}"/>
              </a:ext>
            </a:extLst>
          </p:cNvPr>
          <p:cNvSpPr>
            <a:spLocks noGrp="1"/>
          </p:cNvSpPr>
          <p:nvPr>
            <p:ph idx="1"/>
          </p:nvPr>
        </p:nvSpPr>
        <p:spPr>
          <a:xfrm flipH="1">
            <a:off x="6183620" y="5952716"/>
            <a:ext cx="1082418" cy="231775"/>
          </a:xfrm>
        </p:spPr>
        <p:txBody>
          <a:bodyPr>
            <a:normAutofit fontScale="32500" lnSpcReduction="20000"/>
          </a:bodyPr>
          <a:lstStyle/>
          <a:p>
            <a:endParaRPr lang="en-US" dirty="0"/>
          </a:p>
        </p:txBody>
      </p:sp>
      <p:pic>
        <p:nvPicPr>
          <p:cNvPr id="6" name="Content Placeholder 7">
            <a:extLst>
              <a:ext uri="{FF2B5EF4-FFF2-40B4-BE49-F238E27FC236}">
                <a16:creationId xmlns:a16="http://schemas.microsoft.com/office/drawing/2014/main" id="{40334410-94F0-0FD2-C4BF-5E450DFA9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625" y="5201263"/>
            <a:ext cx="11036808" cy="1060309"/>
          </a:xfrm>
          <a:prstGeom prst="rect">
            <a:avLst/>
          </a:prstGeom>
        </p:spPr>
      </p:pic>
    </p:spTree>
    <p:extLst>
      <p:ext uri="{BB962C8B-B14F-4D97-AF65-F5344CB8AC3E}">
        <p14:creationId xmlns:p14="http://schemas.microsoft.com/office/powerpoint/2010/main" val="586428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22DC-5ACD-1610-FC1C-0FE36AE765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D09C8C-C22F-CB7F-06CC-75845803BD42}"/>
              </a:ext>
            </a:extLst>
          </p:cNvPr>
          <p:cNvSpPr>
            <a:spLocks noGrp="1"/>
          </p:cNvSpPr>
          <p:nvPr>
            <p:ph type="title"/>
          </p:nvPr>
        </p:nvSpPr>
        <p:spPr>
          <a:xfrm>
            <a:off x="839788" y="457200"/>
            <a:ext cx="9602070" cy="1600200"/>
          </a:xfrm>
        </p:spPr>
        <p:txBody>
          <a:bodyPr anchor="ctr">
            <a:normAutofit/>
          </a:bodyPr>
          <a:lstStyle/>
          <a:p>
            <a:pPr algn="ctr"/>
            <a:r>
              <a:rPr lang="en-IN" sz="3600" b="1" u="sng" dirty="0">
                <a:latin typeface="Cambria" panose="02040503050406030204" pitchFamily="18" charset="0"/>
                <a:ea typeface="Cambria" panose="02040503050406030204" pitchFamily="18" charset="0"/>
              </a:rPr>
              <a:t>Analytical Approach</a:t>
            </a:r>
            <a:endParaRPr lang="en-US" sz="3600" b="1" u="sng" dirty="0">
              <a:latin typeface="Cambria" panose="02040503050406030204" pitchFamily="18" charset="0"/>
              <a:ea typeface="Cambria" panose="02040503050406030204" pitchFamily="18" charset="0"/>
            </a:endParaRPr>
          </a:p>
        </p:txBody>
      </p:sp>
      <p:sp>
        <p:nvSpPr>
          <p:cNvPr id="7" name="Text Placeholder 6">
            <a:extLst>
              <a:ext uri="{FF2B5EF4-FFF2-40B4-BE49-F238E27FC236}">
                <a16:creationId xmlns:a16="http://schemas.microsoft.com/office/drawing/2014/main" id="{2C154B45-D3A9-9373-6F11-AA67CEFEBB8B}"/>
              </a:ext>
            </a:extLst>
          </p:cNvPr>
          <p:cNvSpPr>
            <a:spLocks noGrp="1"/>
          </p:cNvSpPr>
          <p:nvPr>
            <p:ph type="body" sz="half" idx="2"/>
          </p:nvPr>
        </p:nvSpPr>
        <p:spPr>
          <a:xfrm>
            <a:off x="839788" y="2057400"/>
            <a:ext cx="10388651" cy="3811588"/>
          </a:xfrm>
        </p:spPr>
        <p:txBody>
          <a:bodyPr>
            <a:normAutofit/>
          </a:bodyPr>
          <a:lstStyle/>
          <a:p>
            <a:pPr marL="342900" indent="-342900">
              <a:buFont typeface="Wingdings" panose="05000000000000000000" pitchFamily="2" charset="2"/>
              <a:buChar char="v"/>
            </a:pPr>
            <a:r>
              <a:rPr lang="en-US" sz="2000" b="1" u="sng" dirty="0">
                <a:latin typeface="Cambria" panose="02040503050406030204" pitchFamily="18" charset="0"/>
                <a:ea typeface="Cambria" panose="02040503050406030204" pitchFamily="18" charset="0"/>
              </a:rPr>
              <a:t>Data Cleaning:</a:t>
            </a:r>
            <a:r>
              <a:rPr lang="en-US" sz="2000" u="sng"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Applied spreadsheet functions such as </a:t>
            </a:r>
            <a:r>
              <a:rPr lang="en-US" sz="2000" b="1" u="sng" dirty="0">
                <a:latin typeface="Cambria" panose="02040503050406030204" pitchFamily="18" charset="0"/>
                <a:ea typeface="Cambria" panose="02040503050406030204" pitchFamily="18" charset="0"/>
              </a:rPr>
              <a:t>TRIM</a:t>
            </a:r>
            <a:r>
              <a:rPr lang="en-US" sz="2000" dirty="0">
                <a:latin typeface="Cambria" panose="02040503050406030204" pitchFamily="18" charset="0"/>
                <a:ea typeface="Cambria" panose="02040503050406030204" pitchFamily="18" charset="0"/>
              </a:rPr>
              <a:t> and duplicate removal to improve data quality and accuracy.</a:t>
            </a:r>
          </a:p>
          <a:p>
            <a:pPr marL="342900" indent="-342900">
              <a:buFont typeface="Wingdings" panose="05000000000000000000" pitchFamily="2" charset="2"/>
              <a:buChar char="v"/>
            </a:pPr>
            <a:r>
              <a:rPr lang="en-US" sz="2000" b="1" u="sng" dirty="0">
                <a:latin typeface="Cambria" panose="02040503050406030204" pitchFamily="18" charset="0"/>
                <a:ea typeface="Cambria" panose="02040503050406030204" pitchFamily="18" charset="0"/>
              </a:rPr>
              <a:t>Data Enrichment</a:t>
            </a:r>
            <a:r>
              <a:rPr lang="en-US"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Generated additional variables using </a:t>
            </a:r>
            <a:r>
              <a:rPr lang="en-US" sz="2000" b="1" u="sng" dirty="0">
                <a:latin typeface="Cambria" panose="02040503050406030204" pitchFamily="18" charset="0"/>
                <a:ea typeface="Cambria" panose="02040503050406030204" pitchFamily="18" charset="0"/>
              </a:rPr>
              <a:t>date functions</a:t>
            </a:r>
            <a:r>
              <a:rPr lang="en-US" sz="2000" dirty="0">
                <a:latin typeface="Cambria" panose="02040503050406030204" pitchFamily="18" charset="0"/>
                <a:ea typeface="Cambria" panose="02040503050406030204" pitchFamily="18" charset="0"/>
              </a:rPr>
              <a:t> to enable more detailed and meaningful analysis.</a:t>
            </a:r>
          </a:p>
          <a:p>
            <a:pPr marL="342900" indent="-342900">
              <a:buFont typeface="Wingdings" panose="05000000000000000000" pitchFamily="2" charset="2"/>
              <a:buChar char="v"/>
            </a:pPr>
            <a:r>
              <a:rPr lang="en-US" sz="2000" b="1" u="sng" dirty="0">
                <a:latin typeface="Cambria" panose="02040503050406030204" pitchFamily="18" charset="0"/>
                <a:ea typeface="Cambria" panose="02040503050406030204" pitchFamily="18" charset="0"/>
              </a:rPr>
              <a:t>Customer Segmentation</a:t>
            </a:r>
            <a:r>
              <a:rPr lang="en-US"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Used </a:t>
            </a:r>
            <a:r>
              <a:rPr lang="en-US" sz="2000" b="1" u="sng" dirty="0">
                <a:latin typeface="Cambria" panose="02040503050406030204" pitchFamily="18" charset="0"/>
                <a:ea typeface="Cambria" panose="02040503050406030204" pitchFamily="18" charset="0"/>
              </a:rPr>
              <a:t>sorting and filtering</a:t>
            </a:r>
            <a:r>
              <a:rPr lang="en-US" sz="2000" dirty="0">
                <a:latin typeface="Cambria" panose="02040503050406030204" pitchFamily="18" charset="0"/>
                <a:ea typeface="Cambria" panose="02040503050406030204" pitchFamily="18" charset="0"/>
              </a:rPr>
              <a:t> to group customers by consultation type, summarize key metrics, and identify patterns across metrics and product categories.</a:t>
            </a:r>
          </a:p>
          <a:p>
            <a:pPr marL="342900" indent="-342900">
              <a:buFont typeface="Wingdings" panose="05000000000000000000" pitchFamily="2" charset="2"/>
              <a:buChar char="v"/>
            </a:pPr>
            <a:r>
              <a:rPr lang="en-US" sz="2000" b="1" u="sng" dirty="0">
                <a:latin typeface="Cambria" panose="02040503050406030204" pitchFamily="18" charset="0"/>
                <a:ea typeface="Cambria" panose="02040503050406030204" pitchFamily="18" charset="0"/>
              </a:rPr>
              <a:t>Visualization</a:t>
            </a:r>
            <a:r>
              <a:rPr lang="en-US" sz="2000" b="1"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 Built an </a:t>
            </a:r>
            <a:r>
              <a:rPr lang="en-US" sz="2000" b="1" u="sng" dirty="0">
                <a:latin typeface="Cambria" panose="02040503050406030204" pitchFamily="18" charset="0"/>
                <a:ea typeface="Cambria" panose="02040503050406030204" pitchFamily="18" charset="0"/>
              </a:rPr>
              <a:t>interactive dashboard</a:t>
            </a:r>
            <a:r>
              <a:rPr lang="en-US" sz="2000" dirty="0">
                <a:latin typeface="Cambria" panose="02040503050406030204" pitchFamily="18" charset="0"/>
                <a:ea typeface="Cambria" panose="02040503050406030204" pitchFamily="18" charset="0"/>
              </a:rPr>
              <a:t> with multiple charts to provide clear insights and a comprehensive view of the dataset.</a:t>
            </a:r>
          </a:p>
          <a:p>
            <a:endParaRPr lang="en-US" b="1"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BBBED9D9-66DC-ACF1-EB84-5A6F296CF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875F194-A2C9-7534-933D-A4CD20AB7C3A}"/>
              </a:ext>
            </a:extLst>
          </p:cNvPr>
          <p:cNvSpPr>
            <a:spLocks noGrp="1"/>
          </p:cNvSpPr>
          <p:nvPr>
            <p:ph idx="1"/>
          </p:nvPr>
        </p:nvSpPr>
        <p:spPr>
          <a:xfrm>
            <a:off x="4514595" y="6051242"/>
            <a:ext cx="1827212" cy="266495"/>
          </a:xfrm>
        </p:spPr>
        <p:txBody>
          <a:bodyPr>
            <a:normAutofit fontScale="47500" lnSpcReduction="20000"/>
          </a:bodyPr>
          <a:lstStyle/>
          <a:p>
            <a:endParaRPr lang="en-US" dirty="0"/>
          </a:p>
        </p:txBody>
      </p:sp>
      <p:pic>
        <p:nvPicPr>
          <p:cNvPr id="6" name="Content Placeholder 7">
            <a:extLst>
              <a:ext uri="{FF2B5EF4-FFF2-40B4-BE49-F238E27FC236}">
                <a16:creationId xmlns:a16="http://schemas.microsoft.com/office/drawing/2014/main" id="{68BE71B2-FF5D-06A7-E33D-2CC72624D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216" y="5246021"/>
            <a:ext cx="11031794" cy="1071716"/>
          </a:xfrm>
          <a:prstGeom prst="rect">
            <a:avLst/>
          </a:prstGeom>
        </p:spPr>
      </p:pic>
    </p:spTree>
    <p:extLst>
      <p:ext uri="{BB962C8B-B14F-4D97-AF65-F5344CB8AC3E}">
        <p14:creationId xmlns:p14="http://schemas.microsoft.com/office/powerpoint/2010/main" val="368961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E679C-B450-01A7-6178-50302C0681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3CDDE2-8035-AC46-1C61-8FABC7A50141}"/>
              </a:ext>
            </a:extLst>
          </p:cNvPr>
          <p:cNvSpPr>
            <a:spLocks noGrp="1"/>
          </p:cNvSpPr>
          <p:nvPr>
            <p:ph type="title"/>
          </p:nvPr>
        </p:nvSpPr>
        <p:spPr>
          <a:xfrm>
            <a:off x="839788" y="365126"/>
            <a:ext cx="10515600" cy="1237584"/>
          </a:xfrm>
        </p:spPr>
        <p:txBody>
          <a:bodyPr anchor="ctr">
            <a:normAutofit fontScale="90000"/>
          </a:bodyPr>
          <a:lstStyle/>
          <a:p>
            <a:pPr algn="ctr"/>
            <a:r>
              <a:rPr lang="en-IN" sz="4000" b="1" u="sng" dirty="0" err="1">
                <a:latin typeface="Cambria" panose="02040503050406030204" pitchFamily="18" charset="0"/>
                <a:ea typeface="Cambria" panose="02040503050406030204" pitchFamily="18" charset="0"/>
              </a:rPr>
              <a:t>DayWise</a:t>
            </a:r>
            <a:r>
              <a:rPr lang="en-IN" sz="4000" b="1" u="sng" dirty="0">
                <a:latin typeface="Cambria" panose="02040503050406030204" pitchFamily="18" charset="0"/>
                <a:ea typeface="Cambria" panose="02040503050406030204" pitchFamily="18" charset="0"/>
              </a:rPr>
              <a:t> Change in Call Volume</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7" name="Content Placeholder 6">
            <a:extLst>
              <a:ext uri="{FF2B5EF4-FFF2-40B4-BE49-F238E27FC236}">
                <a16:creationId xmlns:a16="http://schemas.microsoft.com/office/drawing/2014/main" id="{A6AF689F-9315-7509-5106-9E72740ADB6E}"/>
              </a:ext>
            </a:extLst>
          </p:cNvPr>
          <p:cNvSpPr>
            <a:spLocks noGrp="1"/>
          </p:cNvSpPr>
          <p:nvPr>
            <p:ph sz="half" idx="2"/>
          </p:nvPr>
        </p:nvSpPr>
        <p:spPr>
          <a:xfrm>
            <a:off x="511278" y="2104103"/>
            <a:ext cx="5486298" cy="4085560"/>
          </a:xfrm>
        </p:spPr>
        <p:txBody>
          <a:bodyPr>
            <a:normAutofit/>
          </a:bodyPr>
          <a:lstStyle/>
          <a:p>
            <a:pPr>
              <a:buFont typeface="Wingdings" panose="05000000000000000000" pitchFamily="2" charset="2"/>
              <a:buChar char="§"/>
            </a:pPr>
            <a:r>
              <a:rPr lang="en-US" sz="2000" b="1" dirty="0">
                <a:latin typeface="Cambria" panose="02040503050406030204" pitchFamily="18" charset="0"/>
                <a:ea typeface="Cambria" panose="02040503050406030204" pitchFamily="18" charset="0"/>
              </a:rPr>
              <a:t>Call volume varies daily</a:t>
            </a:r>
            <a:r>
              <a:rPr lang="en-US" sz="2000" dirty="0">
                <a:latin typeface="Cambria" panose="02040503050406030204" pitchFamily="18" charset="0"/>
                <a:ea typeface="Cambria" panose="02040503050406030204" pitchFamily="18" charset="0"/>
              </a:rPr>
              <a:t>, with clear declines following peak activity periods. </a:t>
            </a:r>
          </a:p>
          <a:p>
            <a:pPr marL="0" indent="0">
              <a:buNone/>
            </a:pPr>
            <a:endParaRPr lang="en-US" altLang="en-US" sz="2000" dirty="0">
              <a:latin typeface="Cambria" panose="02040503050406030204" pitchFamily="18" charset="0"/>
              <a:ea typeface="Cambria" panose="02040503050406030204" pitchFamily="18" charset="0"/>
            </a:endParaRPr>
          </a:p>
          <a:p>
            <a:pPr lvl="0" eaLnBrk="0" fontAlgn="base" hangingPunct="0">
              <a:lnSpc>
                <a:spcPct val="100000"/>
              </a:lnSpc>
              <a:spcBef>
                <a:spcPct val="0"/>
              </a:spcBef>
              <a:spcAft>
                <a:spcPct val="0"/>
              </a:spcAft>
              <a:buFont typeface="Wingdings" panose="05000000000000000000" pitchFamily="2" charset="2"/>
              <a:buChar char="§"/>
            </a:pPr>
            <a:r>
              <a:rPr lang="en-US" altLang="en-US" sz="2000" dirty="0">
                <a:latin typeface="Cambria" panose="02040503050406030204" pitchFamily="18" charset="0"/>
                <a:ea typeface="Cambria" panose="02040503050406030204" pitchFamily="18" charset="0"/>
              </a:rPr>
              <a:t>Peak performance is observed towards the end of the week.</a:t>
            </a:r>
          </a:p>
          <a:p>
            <a:pPr marL="0" lvl="0" indent="0" eaLnBrk="0" fontAlgn="base" hangingPunct="0">
              <a:lnSpc>
                <a:spcPct val="100000"/>
              </a:lnSpc>
              <a:spcBef>
                <a:spcPct val="0"/>
              </a:spcBef>
              <a:spcAft>
                <a:spcPct val="0"/>
              </a:spcAft>
              <a:buNone/>
            </a:pPr>
            <a:r>
              <a:rPr lang="en-US" altLang="en-US" sz="2000" dirty="0">
                <a:latin typeface="Cambria" panose="02040503050406030204" pitchFamily="18" charset="0"/>
                <a:ea typeface="Cambria" panose="02040503050406030204" pitchFamily="18" charset="0"/>
              </a:rPr>
              <a:t> </a:t>
            </a:r>
          </a:p>
          <a:p>
            <a:pPr lvl="0" eaLnBrk="0" fontAlgn="base" hangingPunct="0">
              <a:lnSpc>
                <a:spcPct val="100000"/>
              </a:lnSpc>
              <a:spcBef>
                <a:spcPct val="0"/>
              </a:spcBef>
              <a:spcAft>
                <a:spcPct val="0"/>
              </a:spcAft>
              <a:buFont typeface="Wingdings" panose="05000000000000000000" pitchFamily="2" charset="2"/>
              <a:buChar char="§"/>
            </a:pPr>
            <a:r>
              <a:rPr lang="en-US" altLang="en-US" sz="2000" dirty="0">
                <a:latin typeface="Cambria" panose="02040503050406030204" pitchFamily="18" charset="0"/>
                <a:ea typeface="Cambria" panose="02040503050406030204" pitchFamily="18" charset="0"/>
              </a:rPr>
              <a:t>Lower activity at the mid week then increase gradually.</a:t>
            </a:r>
          </a:p>
          <a:p>
            <a:endParaRPr lang="en-US" sz="2000" dirty="0">
              <a:latin typeface="Cambria" panose="02040503050406030204" pitchFamily="18" charset="0"/>
              <a:ea typeface="Cambria" panose="02040503050406030204" pitchFamily="18" charset="0"/>
            </a:endParaRPr>
          </a:p>
        </p:txBody>
      </p:sp>
      <p:graphicFrame>
        <p:nvGraphicFramePr>
          <p:cNvPr id="2" name="Content Placeholder 1">
            <a:extLst>
              <a:ext uri="{FF2B5EF4-FFF2-40B4-BE49-F238E27FC236}">
                <a16:creationId xmlns:a16="http://schemas.microsoft.com/office/drawing/2014/main" id="{EB2D05D6-40B2-991B-F6FF-16775461130A}"/>
              </a:ext>
            </a:extLst>
          </p:cNvPr>
          <p:cNvGraphicFramePr>
            <a:graphicFrameLocks noGrp="1"/>
          </p:cNvGraphicFramePr>
          <p:nvPr>
            <p:ph sz="quarter" idx="4"/>
            <p:extLst>
              <p:ext uri="{D42A27DB-BD31-4B8C-83A1-F6EECF244321}">
                <p14:modId xmlns:p14="http://schemas.microsoft.com/office/powerpoint/2010/main" val="3552287291"/>
              </p:ext>
            </p:extLst>
          </p:nvPr>
        </p:nvGraphicFramePr>
        <p:xfrm>
          <a:off x="6352621" y="1967836"/>
          <a:ext cx="5626018" cy="4289138"/>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2" descr="AstroSage Kundli: AI Astrology – Apps on Google Play">
            <a:extLst>
              <a:ext uri="{FF2B5EF4-FFF2-40B4-BE49-F238E27FC236}">
                <a16:creationId xmlns:a16="http://schemas.microsoft.com/office/drawing/2014/main" id="{8149429C-2D46-FC67-F295-61D58BD8F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15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E610-2BB3-A4E1-CFB4-45C9EBB36DA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F407CDF-B778-6115-53CD-F736B31FF818}"/>
              </a:ext>
            </a:extLst>
          </p:cNvPr>
          <p:cNvSpPr>
            <a:spLocks noGrp="1"/>
          </p:cNvSpPr>
          <p:nvPr>
            <p:ph type="title"/>
          </p:nvPr>
        </p:nvSpPr>
        <p:spPr>
          <a:xfrm>
            <a:off x="839788" y="668337"/>
            <a:ext cx="9892867" cy="735590"/>
          </a:xfrm>
        </p:spPr>
        <p:txBody>
          <a:bodyPr anchor="ctr">
            <a:normAutofit fontScale="90000"/>
          </a:bodyPr>
          <a:lstStyle/>
          <a:p>
            <a:pPr algn="ctr"/>
            <a:r>
              <a:rPr lang="en-IN" sz="4000" b="1" u="sng" dirty="0">
                <a:latin typeface="Cambria" panose="02040503050406030204" pitchFamily="18" charset="0"/>
                <a:ea typeface="Cambria" panose="02040503050406030204" pitchFamily="18" charset="0"/>
              </a:rPr>
              <a:t>Revenue Generated By Each</a:t>
            </a:r>
            <a:r>
              <a:rPr lang="en-US" sz="4000" b="1" u="sng" dirty="0">
                <a:latin typeface="Cambria" panose="02040503050406030204" pitchFamily="18" charset="0"/>
                <a:ea typeface="Cambria" panose="02040503050406030204" pitchFamily="18" charset="0"/>
                <a:cs typeface="Instrument Sans Semi Bold" pitchFamily="34" charset="-120"/>
              </a:rPr>
              <a:t> </a:t>
            </a:r>
            <a:r>
              <a:rPr lang="en-IN" sz="4000" b="1" u="sng" dirty="0">
                <a:latin typeface="Cambria" panose="02040503050406030204" pitchFamily="18" charset="0"/>
                <a:ea typeface="Cambria" panose="02040503050406030204" pitchFamily="18" charset="0"/>
              </a:rPr>
              <a:t>Category</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653C6624-669D-2E16-E415-81A43EC5DA59}"/>
              </a:ext>
            </a:extLst>
          </p:cNvPr>
          <p:cNvSpPr>
            <a:spLocks noGrp="1"/>
          </p:cNvSpPr>
          <p:nvPr>
            <p:ph type="body" idx="1"/>
          </p:nvPr>
        </p:nvSpPr>
        <p:spPr>
          <a:xfrm>
            <a:off x="628434" y="1824500"/>
            <a:ext cx="5157787" cy="458785"/>
          </a:xfrm>
        </p:spPr>
        <p:txBody>
          <a:bodyPr>
            <a:noAutofit/>
          </a:bodyPr>
          <a:lstStyle/>
          <a:p>
            <a:r>
              <a:rPr lang="en-US" sz="2000" dirty="0">
                <a:latin typeface="Cambria" panose="02040503050406030204" pitchFamily="18" charset="0"/>
                <a:ea typeface="Cambria" panose="02040503050406030204" pitchFamily="18" charset="0"/>
                <a:cs typeface="Comfortaa" panose="020B0604020202020204"/>
              </a:rPr>
              <a:t>Multi-channel revenue streams show chat's emerging profitability and call center's core</a:t>
            </a:r>
            <a:r>
              <a:rPr lang="en-US" sz="2000"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Comfortaa" panose="020B0604020202020204"/>
              </a:rPr>
              <a:t>strength</a:t>
            </a:r>
            <a:endParaRPr lang="en-IN" sz="2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BB3F9B92-84AC-4557-C266-92844FC87B18}"/>
              </a:ext>
            </a:extLst>
          </p:cNvPr>
          <p:cNvSpPr>
            <a:spLocks noGrp="1"/>
          </p:cNvSpPr>
          <p:nvPr>
            <p:ph sz="half" idx="2"/>
          </p:nvPr>
        </p:nvSpPr>
        <p:spPr/>
        <p:txBody>
          <a:bodyPr>
            <a:normAutofit/>
          </a:bodyPr>
          <a:lstStyle/>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The </a:t>
            </a:r>
            <a:r>
              <a:rPr lang="en-US" sz="2000" b="1" dirty="0">
                <a:latin typeface="Cambria" panose="02040503050406030204" pitchFamily="18" charset="0"/>
                <a:ea typeface="Cambria" panose="02040503050406030204" pitchFamily="18" charset="0"/>
              </a:rPr>
              <a:t>call channel </a:t>
            </a:r>
            <a:r>
              <a:rPr lang="en-US" sz="2000" dirty="0">
                <a:latin typeface="Cambria" panose="02040503050406030204" pitchFamily="18" charset="0"/>
                <a:ea typeface="Cambria" panose="02040503050406030204" pitchFamily="18" charset="0"/>
              </a:rPr>
              <a:t>generates the highest revenue.</a:t>
            </a:r>
          </a:p>
          <a:p>
            <a:pPr>
              <a:buFont typeface="Wingdings" panose="05000000000000000000" pitchFamily="2" charset="2"/>
              <a:buChar char="q"/>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b="1" dirty="0">
                <a:latin typeface="Cambria" panose="02040503050406030204" pitchFamily="18" charset="0"/>
                <a:ea typeface="Cambria" panose="02040503050406030204" pitchFamily="18" charset="0"/>
              </a:rPr>
              <a:t>Chat</a:t>
            </a:r>
            <a:r>
              <a:rPr lang="en-US" sz="2000" dirty="0">
                <a:latin typeface="Cambria" panose="02040503050406030204" pitchFamily="18" charset="0"/>
                <a:ea typeface="Cambria" panose="02040503050406030204" pitchFamily="18" charset="0"/>
              </a:rPr>
              <a:t> produce lower revenue.</a:t>
            </a:r>
          </a:p>
          <a:p>
            <a:pPr marL="0" indent="0">
              <a:buNone/>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b="1" dirty="0">
                <a:latin typeface="Cambria" panose="02040503050406030204" pitchFamily="18" charset="0"/>
                <a:ea typeface="Cambria" panose="02040503050406030204" pitchFamily="18" charset="0"/>
              </a:rPr>
              <a:t>Complementary </a:t>
            </a:r>
            <a:r>
              <a:rPr lang="en-US" sz="2000" dirty="0">
                <a:latin typeface="Cambria" panose="02040503050406030204" pitchFamily="18" charset="0"/>
                <a:ea typeface="Cambria" panose="02040503050406030204" pitchFamily="18" charset="0"/>
              </a:rPr>
              <a:t>consultations and</a:t>
            </a:r>
            <a:r>
              <a:rPr lang="en-US" sz="2000" b="1" dirty="0">
                <a:latin typeface="Cambria" panose="02040503050406030204" pitchFamily="18" charset="0"/>
                <a:ea typeface="Cambria" panose="02040503050406030204" pitchFamily="18" charset="0"/>
              </a:rPr>
              <a:t> public live call </a:t>
            </a:r>
            <a:r>
              <a:rPr lang="en-US" sz="2000" dirty="0">
                <a:latin typeface="Cambria" panose="02040503050406030204" pitchFamily="18" charset="0"/>
                <a:ea typeface="Cambria" panose="02040503050406030204" pitchFamily="18" charset="0"/>
              </a:rPr>
              <a:t>channels do not generate direct revenue.</a:t>
            </a:r>
            <a:endParaRPr lang="en-US" dirty="0">
              <a:latin typeface="Cambria" panose="02040503050406030204" pitchFamily="18" charset="0"/>
              <a:ea typeface="Cambria" panose="02040503050406030204" pitchFamily="18" charset="0"/>
            </a:endParaRPr>
          </a:p>
        </p:txBody>
      </p:sp>
      <p:graphicFrame>
        <p:nvGraphicFramePr>
          <p:cNvPr id="2" name="Content Placeholder 1">
            <a:extLst>
              <a:ext uri="{FF2B5EF4-FFF2-40B4-BE49-F238E27FC236}">
                <a16:creationId xmlns:a16="http://schemas.microsoft.com/office/drawing/2014/main" id="{3F148E71-AB23-F0F4-CC3F-BFCE868A27B1}"/>
              </a:ext>
            </a:extLst>
          </p:cNvPr>
          <p:cNvGraphicFramePr>
            <a:graphicFrameLocks noGrp="1"/>
          </p:cNvGraphicFramePr>
          <p:nvPr>
            <p:ph sz="quarter" idx="4"/>
            <p:extLst>
              <p:ext uri="{D42A27DB-BD31-4B8C-83A1-F6EECF244321}">
                <p14:modId xmlns:p14="http://schemas.microsoft.com/office/powerpoint/2010/main" val="1557806382"/>
              </p:ext>
            </p:extLst>
          </p:nvPr>
        </p:nvGraphicFramePr>
        <p:xfrm>
          <a:off x="6096000" y="1967836"/>
          <a:ext cx="5309419" cy="3993227"/>
        </p:xfrm>
        <a:graphic>
          <a:graphicData uri="http://schemas.openxmlformats.org/drawingml/2006/chart">
            <c:chart xmlns:c="http://schemas.openxmlformats.org/drawingml/2006/chart" xmlns:r="http://schemas.openxmlformats.org/officeDocument/2006/relationships" r:id="rId2"/>
          </a:graphicData>
        </a:graphic>
      </p:graphicFrame>
      <p:pic>
        <p:nvPicPr>
          <p:cNvPr id="4" name="Picture 2" descr="AstroSage Kundli: AI Astrology – Apps on Google Play">
            <a:extLst>
              <a:ext uri="{FF2B5EF4-FFF2-40B4-BE49-F238E27FC236}">
                <a16:creationId xmlns:a16="http://schemas.microsoft.com/office/drawing/2014/main" id="{D233B633-503A-B9EA-491A-647AD9469D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688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E15EC-63CB-9FC1-FD04-FFB0BD3A460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345E7C-A336-FB1E-E102-871871A8CEE2}"/>
              </a:ext>
            </a:extLst>
          </p:cNvPr>
          <p:cNvSpPr>
            <a:spLocks noGrp="1"/>
          </p:cNvSpPr>
          <p:nvPr>
            <p:ph type="title"/>
          </p:nvPr>
        </p:nvSpPr>
        <p:spPr>
          <a:xfrm>
            <a:off x="196645" y="472357"/>
            <a:ext cx="10451690" cy="1403926"/>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Calibri" panose="020F0502020204030204" charset="0"/>
              </a:rPr>
              <a:t>Website Distribution</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graphicFrame>
        <p:nvGraphicFramePr>
          <p:cNvPr id="3" name="Picture Placeholder 2">
            <a:extLst>
              <a:ext uri="{FF2B5EF4-FFF2-40B4-BE49-F238E27FC236}">
                <a16:creationId xmlns:a16="http://schemas.microsoft.com/office/drawing/2014/main" id="{E47337D1-869D-AA6F-ED74-214B2564B187}"/>
              </a:ext>
            </a:extLst>
          </p:cNvPr>
          <p:cNvGraphicFramePr>
            <a:graphicFrameLocks noGrp="1"/>
          </p:cNvGraphicFramePr>
          <p:nvPr>
            <p:ph type="pic" idx="1"/>
            <p:extLst>
              <p:ext uri="{D42A27DB-BD31-4B8C-83A1-F6EECF244321}">
                <p14:modId xmlns:p14="http://schemas.microsoft.com/office/powerpoint/2010/main" val="1164832706"/>
              </p:ext>
            </p:extLst>
          </p:nvPr>
        </p:nvGraphicFramePr>
        <p:xfrm>
          <a:off x="5157788" y="1756184"/>
          <a:ext cx="5956760" cy="3753321"/>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CC947720-41DB-B705-7582-F1F0951C2FCE}"/>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5F78FE4A-B54B-9826-53D6-E8CC36C8E974}"/>
              </a:ext>
            </a:extLst>
          </p:cNvPr>
          <p:cNvSpPr>
            <a:spLocks noGrp="1"/>
          </p:cNvSpPr>
          <p:nvPr>
            <p:ph sz="half" idx="4294967295"/>
          </p:nvPr>
        </p:nvSpPr>
        <p:spPr>
          <a:xfrm>
            <a:off x="0" y="2260981"/>
            <a:ext cx="5157788" cy="3276342"/>
          </a:xfrm>
        </p:spPr>
        <p:txBody>
          <a:bodyPr>
            <a:normAutofit/>
          </a:bodyPr>
          <a:lstStyle/>
          <a:p>
            <a:r>
              <a:rPr lang="en-US" sz="2000" b="1" dirty="0" err="1">
                <a:latin typeface="Cambria" panose="02040503050406030204" pitchFamily="18" charset="0"/>
                <a:ea typeface="Cambria" panose="02040503050406030204" pitchFamily="18" charset="0"/>
              </a:rPr>
              <a:t>GuruCool</a:t>
            </a:r>
            <a:r>
              <a:rPr lang="en-US" sz="2000" dirty="0">
                <a:latin typeface="Cambria" panose="02040503050406030204" pitchFamily="18" charset="0"/>
                <a:ea typeface="Cambria" panose="02040503050406030204" pitchFamily="18" charset="0"/>
              </a:rPr>
              <a:t> accounts for approximately 72% of total interactions (20,225).</a:t>
            </a:r>
          </a:p>
          <a:p>
            <a:pPr marL="0" indent="0">
              <a:buNone/>
            </a:pP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The </a:t>
            </a:r>
            <a:r>
              <a:rPr lang="en-US" sz="2000" b="1" dirty="0">
                <a:latin typeface="Cambria" panose="02040503050406030204" pitchFamily="18" charset="0"/>
                <a:ea typeface="Cambria" panose="02040503050406030204" pitchFamily="18" charset="0"/>
              </a:rPr>
              <a:t>mobile app </a:t>
            </a:r>
            <a:r>
              <a:rPr lang="en-US" sz="2000" dirty="0">
                <a:latin typeface="Cambria" panose="02040503050406030204" pitchFamily="18" charset="0"/>
                <a:ea typeface="Cambria" panose="02040503050406030204" pitchFamily="18" charset="0"/>
              </a:rPr>
              <a:t>represents around 28% (7,800 interactions).</a:t>
            </a:r>
          </a:p>
          <a:p>
            <a:pPr marL="0" indent="0">
              <a:buNone/>
            </a:pPr>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Dashboard</a:t>
            </a:r>
            <a:r>
              <a:rPr lang="en-US" sz="2000" dirty="0">
                <a:latin typeface="Cambria" panose="02040503050406030204" pitchFamily="18" charset="0"/>
                <a:ea typeface="Cambria" panose="02040503050406030204" pitchFamily="18" charset="0"/>
              </a:rPr>
              <a:t> usage remains low.</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423688EA-78F6-E57B-C33B-19F062A200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053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5989-8211-BB75-AF18-BC0B9BD743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99E5BB-4144-611C-2BE4-1492397E32E4}"/>
              </a:ext>
            </a:extLst>
          </p:cNvPr>
          <p:cNvSpPr>
            <a:spLocks noGrp="1"/>
          </p:cNvSpPr>
          <p:nvPr>
            <p:ph type="title"/>
          </p:nvPr>
        </p:nvSpPr>
        <p:spPr>
          <a:xfrm>
            <a:off x="839787" y="457200"/>
            <a:ext cx="8255051" cy="1204452"/>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Calibri" panose="020F0502020204030204" charset="0"/>
              </a:rPr>
              <a:t>Call Status Distribution</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E3BB38D2-C765-1CBE-36A6-CDDDF84058C6}"/>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295C5D2E-AC92-E14D-26CE-CF557A8203AA}"/>
              </a:ext>
            </a:extLst>
          </p:cNvPr>
          <p:cNvSpPr>
            <a:spLocks noGrp="1"/>
          </p:cNvSpPr>
          <p:nvPr>
            <p:ph sz="half" idx="4294967295"/>
          </p:nvPr>
        </p:nvSpPr>
        <p:spPr>
          <a:xfrm>
            <a:off x="0" y="1846263"/>
            <a:ext cx="5157788" cy="3684587"/>
          </a:xfrm>
        </p:spPr>
        <p:txBody>
          <a:bodyPr>
            <a:normAutofit/>
          </a:bodyPr>
          <a:lstStyle/>
          <a:p>
            <a:r>
              <a:rPr lang="en-US" sz="2000" dirty="0">
                <a:latin typeface="Cambria" panose="02040503050406030204" pitchFamily="18" charset="0"/>
                <a:ea typeface="Cambria" panose="02040503050406030204" pitchFamily="18" charset="0"/>
              </a:rPr>
              <a:t>Most calls are successfully completed.</a:t>
            </a:r>
          </a:p>
          <a:p>
            <a:pPr marL="0" indent="0">
              <a:buNone/>
            </a:pP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A notable proportion of busy and incomplete calls.</a:t>
            </a:r>
          </a:p>
          <a:p>
            <a:pPr marL="0" indent="0">
              <a:buNone/>
            </a:pPr>
            <a:r>
              <a:rPr lang="en-US" sz="2000" dirty="0">
                <a:latin typeface="Cambria" panose="02040503050406030204" pitchFamily="18" charset="0"/>
                <a:ea typeface="Cambria" panose="02040503050406030204" pitchFamily="18" charset="0"/>
              </a:rPr>
              <a:t> </a:t>
            </a:r>
          </a:p>
          <a:p>
            <a:r>
              <a:rPr lang="en-US" sz="2000" dirty="0">
                <a:latin typeface="Cambria" panose="02040503050406030204" pitchFamily="18" charset="0"/>
                <a:ea typeface="Cambria" panose="02040503050406030204" pitchFamily="18" charset="0"/>
              </a:rPr>
              <a:t>Failed and unanswered calls are still present. </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44% call is unperformed which need  attention. </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BD57A4E5-7158-19FA-A182-369169AAD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Picture Placeholder 2">
            <a:extLst>
              <a:ext uri="{FF2B5EF4-FFF2-40B4-BE49-F238E27FC236}">
                <a16:creationId xmlns:a16="http://schemas.microsoft.com/office/drawing/2014/main" id="{498B156B-8FE5-89F7-B387-08847316C9E3}"/>
              </a:ext>
            </a:extLst>
          </p:cNvPr>
          <p:cNvGraphicFramePr>
            <a:graphicFrameLocks noGrp="1"/>
          </p:cNvGraphicFramePr>
          <p:nvPr>
            <p:ph type="pic" idx="1"/>
            <p:extLst>
              <p:ext uri="{D42A27DB-BD31-4B8C-83A1-F6EECF244321}">
                <p14:modId xmlns:p14="http://schemas.microsoft.com/office/powerpoint/2010/main" val="2759436869"/>
              </p:ext>
            </p:extLst>
          </p:nvPr>
        </p:nvGraphicFramePr>
        <p:xfrm>
          <a:off x="5290127" y="1251743"/>
          <a:ext cx="6172200" cy="4873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25332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B3752-A796-CC64-0C30-9618E94E5D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7A07453-0071-7FF1-7452-E25DE627F454}"/>
              </a:ext>
            </a:extLst>
          </p:cNvPr>
          <p:cNvSpPr>
            <a:spLocks noGrp="1"/>
          </p:cNvSpPr>
          <p:nvPr>
            <p:ph type="title"/>
          </p:nvPr>
        </p:nvSpPr>
        <p:spPr>
          <a:xfrm>
            <a:off x="839787" y="457200"/>
            <a:ext cx="7871594" cy="1204452"/>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Instrument Sans Semi Bold" pitchFamily="34" charset="-120"/>
              </a:rPr>
              <a:t>Chat Status Distribution</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97479E61-0C09-1C97-8686-EE1814803184}"/>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DA0FCD5F-26FA-B3D4-7631-6224CF3ED10C}"/>
              </a:ext>
            </a:extLst>
          </p:cNvPr>
          <p:cNvSpPr>
            <a:spLocks noGrp="1"/>
          </p:cNvSpPr>
          <p:nvPr>
            <p:ph sz="half" idx="4294967295"/>
          </p:nvPr>
        </p:nvSpPr>
        <p:spPr>
          <a:xfrm>
            <a:off x="0" y="1846263"/>
            <a:ext cx="5157788" cy="3684587"/>
          </a:xfrm>
        </p:spPr>
        <p:txBody>
          <a:bodyPr>
            <a:normAutofit/>
          </a:bodyPr>
          <a:lstStyle/>
          <a:p>
            <a:r>
              <a:rPr lang="en-US" sz="2000" dirty="0">
                <a:latin typeface="Cambria" panose="02040503050406030204" pitchFamily="18" charset="0"/>
                <a:ea typeface="Cambria" panose="02040503050406030204" pitchFamily="18" charset="0"/>
              </a:rPr>
              <a:t>Most chats are completed successfully.</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A large number of pending and ongoing chats</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Failure and incomplete chat rates remain relatively low.</a:t>
            </a:r>
          </a:p>
          <a:p>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74% unsuccessful chat suggests an opportunity to improve response.</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2F74959D-721F-C42B-FF0D-16FCDC2180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Picture Placeholder 2">
            <a:extLst>
              <a:ext uri="{FF2B5EF4-FFF2-40B4-BE49-F238E27FC236}">
                <a16:creationId xmlns:a16="http://schemas.microsoft.com/office/drawing/2014/main" id="{3AD93292-469F-5369-593F-E5D9DCE59BD4}"/>
              </a:ext>
            </a:extLst>
          </p:cNvPr>
          <p:cNvGraphicFramePr>
            <a:graphicFrameLocks/>
          </p:cNvGraphicFramePr>
          <p:nvPr>
            <p:extLst>
              <p:ext uri="{D42A27DB-BD31-4B8C-83A1-F6EECF244321}">
                <p14:modId xmlns:p14="http://schemas.microsoft.com/office/powerpoint/2010/main" val="1471732655"/>
              </p:ext>
            </p:extLst>
          </p:nvPr>
        </p:nvGraphicFramePr>
        <p:xfrm>
          <a:off x="5157789" y="1307383"/>
          <a:ext cx="6194424" cy="4730648"/>
        </p:xfrm>
        <a:graphic>
          <a:graphicData uri="http://schemas.openxmlformats.org/drawingml/2006/chart">
            <c:chart xmlns:c="http://schemas.openxmlformats.org/drawingml/2006/chart" xmlns:r="http://schemas.openxmlformats.org/officeDocument/2006/relationships" r:id="rId3"/>
          </a:graphicData>
        </a:graphic>
      </p:graphicFrame>
      <p:sp>
        <p:nvSpPr>
          <p:cNvPr id="9" name="Picture Placeholder 8">
            <a:extLst>
              <a:ext uri="{FF2B5EF4-FFF2-40B4-BE49-F238E27FC236}">
                <a16:creationId xmlns:a16="http://schemas.microsoft.com/office/drawing/2014/main" id="{347AE5BD-0CBF-0294-A832-9C6C9E1D86D7}"/>
              </a:ext>
            </a:extLst>
          </p:cNvPr>
          <p:cNvSpPr>
            <a:spLocks noGrp="1"/>
          </p:cNvSpPr>
          <p:nvPr>
            <p:ph type="pic" idx="1"/>
          </p:nvPr>
        </p:nvSpPr>
        <p:spPr>
          <a:xfrm>
            <a:off x="11352213" y="7059561"/>
            <a:ext cx="1691918" cy="2518084"/>
          </a:xfrm>
        </p:spPr>
      </p:sp>
    </p:spTree>
    <p:extLst>
      <p:ext uri="{BB962C8B-B14F-4D97-AF65-F5344CB8AC3E}">
        <p14:creationId xmlns:p14="http://schemas.microsoft.com/office/powerpoint/2010/main" val="250381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8326-A85D-5719-1483-E937405C62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0792E7-0217-7907-BCF8-1B3E363A40AD}"/>
              </a:ext>
            </a:extLst>
          </p:cNvPr>
          <p:cNvSpPr>
            <a:spLocks noGrp="1"/>
          </p:cNvSpPr>
          <p:nvPr>
            <p:ph type="title"/>
          </p:nvPr>
        </p:nvSpPr>
        <p:spPr>
          <a:xfrm>
            <a:off x="839787" y="457200"/>
            <a:ext cx="9892867" cy="1204452"/>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Calibri" panose="020F0502020204030204" charset="0"/>
              </a:rPr>
              <a:t>Hourly Load Patterns &amp; Peak Hours</a:t>
            </a:r>
            <a:br>
              <a:rPr lang="en-IN" dirty="0"/>
            </a:br>
            <a:endParaRPr lang="en-US" b="1" dirty="0"/>
          </a:p>
        </p:txBody>
      </p:sp>
      <p:graphicFrame>
        <p:nvGraphicFramePr>
          <p:cNvPr id="3" name="Picture Placeholder 2">
            <a:extLst>
              <a:ext uri="{FF2B5EF4-FFF2-40B4-BE49-F238E27FC236}">
                <a16:creationId xmlns:a16="http://schemas.microsoft.com/office/drawing/2014/main" id="{C844FA32-7B91-95BA-88E0-AEF3918908C7}"/>
              </a:ext>
            </a:extLst>
          </p:cNvPr>
          <p:cNvGraphicFramePr>
            <a:graphicFrameLocks noGrp="1"/>
          </p:cNvGraphicFramePr>
          <p:nvPr>
            <p:ph type="pic" idx="1"/>
            <p:extLst>
              <p:ext uri="{D42A27DB-BD31-4B8C-83A1-F6EECF244321}">
                <p14:modId xmlns:p14="http://schemas.microsoft.com/office/powerpoint/2010/main" val="2713973521"/>
              </p:ext>
            </p:extLst>
          </p:nvPr>
        </p:nvGraphicFramePr>
        <p:xfrm>
          <a:off x="5183188" y="1749425"/>
          <a:ext cx="6172200" cy="41116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66D5FBBD-5DB1-8F05-306C-8327FFB0A2AF}"/>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06154ED4-CE60-78F3-E4C5-0DBA66A0E5F0}"/>
              </a:ext>
            </a:extLst>
          </p:cNvPr>
          <p:cNvSpPr>
            <a:spLocks noGrp="1"/>
          </p:cNvSpPr>
          <p:nvPr>
            <p:ph sz="half" idx="4294967295"/>
          </p:nvPr>
        </p:nvSpPr>
        <p:spPr>
          <a:xfrm>
            <a:off x="0" y="1846263"/>
            <a:ext cx="5157788" cy="3684587"/>
          </a:xfrm>
        </p:spPr>
        <p:txBody>
          <a:bodyPr>
            <a:normAutofit/>
          </a:bodyPr>
          <a:lstStyle/>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 Call volume rises quickly after 5 AM.</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 Peak hours are between 6 AM and 11 PM.</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 Activity is low during early morning (12 AM–7 AM).</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 Call volume decreases again after 9 PM.</a:t>
            </a:r>
          </a:p>
          <a:p>
            <a:pPr>
              <a:buFont typeface="Wingdings" panose="05000000000000000000" pitchFamily="2" charset="2"/>
              <a:buChar char="v"/>
            </a:pPr>
            <a:r>
              <a:rPr lang="en-US" sz="2000" dirty="0">
                <a:latin typeface="Cambria" panose="02040503050406030204" pitchFamily="18" charset="0"/>
                <a:ea typeface="Cambria" panose="02040503050406030204" pitchFamily="18" charset="0"/>
              </a:rPr>
              <a:t> More staff is needed during peak hours and less during late night</a:t>
            </a:r>
            <a:endParaRPr lang="en-US" dirty="0"/>
          </a:p>
        </p:txBody>
      </p:sp>
      <p:pic>
        <p:nvPicPr>
          <p:cNvPr id="4" name="Picture 2" descr="AstroSage Kundli: AI Astrology – Apps on Google Play">
            <a:extLst>
              <a:ext uri="{FF2B5EF4-FFF2-40B4-BE49-F238E27FC236}">
                <a16:creationId xmlns:a16="http://schemas.microsoft.com/office/drawing/2014/main" id="{F7A2929A-6E3C-F6E1-5C1A-A2AF57FA05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86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7710A-76C6-6112-0E1C-619A3932B55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627139-A72A-0DA7-4F9D-CE6E821AC38D}"/>
              </a:ext>
            </a:extLst>
          </p:cNvPr>
          <p:cNvSpPr>
            <a:spLocks noGrp="1"/>
          </p:cNvSpPr>
          <p:nvPr>
            <p:ph type="title"/>
          </p:nvPr>
        </p:nvSpPr>
        <p:spPr>
          <a:xfrm>
            <a:off x="839787" y="457200"/>
            <a:ext cx="9892867" cy="1204452"/>
          </a:xfrm>
        </p:spPr>
        <p:txBody>
          <a:bodyPr anchor="ctr">
            <a:normAutofit/>
          </a:bodyPr>
          <a:lstStyle/>
          <a:p>
            <a:pPr algn="ctr"/>
            <a:r>
              <a:rPr lang="en-US" sz="3600" b="1" u="sng" dirty="0">
                <a:latin typeface="Cambria" panose="02040503050406030204" pitchFamily="18" charset="0"/>
                <a:ea typeface="Cambria" panose="02040503050406030204" pitchFamily="18" charset="0"/>
                <a:cs typeface="Calibri" panose="020F0502020204030204" charset="0"/>
              </a:rPr>
              <a:t>Guru Evaluation Score: 8 out of 8</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graphicFrame>
        <p:nvGraphicFramePr>
          <p:cNvPr id="3" name="Picture Placeholder 2">
            <a:extLst>
              <a:ext uri="{FF2B5EF4-FFF2-40B4-BE49-F238E27FC236}">
                <a16:creationId xmlns:a16="http://schemas.microsoft.com/office/drawing/2014/main" id="{3C206FDF-9BD3-CBA6-2E39-836A958C0A51}"/>
              </a:ext>
            </a:extLst>
          </p:cNvPr>
          <p:cNvGraphicFramePr>
            <a:graphicFrameLocks noGrp="1"/>
          </p:cNvGraphicFramePr>
          <p:nvPr>
            <p:ph type="pic" idx="1"/>
            <p:extLst>
              <p:ext uri="{D42A27DB-BD31-4B8C-83A1-F6EECF244321}">
                <p14:modId xmlns:p14="http://schemas.microsoft.com/office/powerpoint/2010/main" val="874985833"/>
              </p:ext>
            </p:extLst>
          </p:nvPr>
        </p:nvGraphicFramePr>
        <p:xfrm>
          <a:off x="5183188" y="1749425"/>
          <a:ext cx="6172200" cy="41116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9D905DB5-AE93-5522-B653-5855580CC444}"/>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A323C3BD-61EC-0988-5EA3-463A03CF6DBA}"/>
              </a:ext>
            </a:extLst>
          </p:cNvPr>
          <p:cNvSpPr>
            <a:spLocks noGrp="1"/>
          </p:cNvSpPr>
          <p:nvPr>
            <p:ph sz="half" idx="4294967295"/>
          </p:nvPr>
        </p:nvSpPr>
        <p:spPr>
          <a:xfrm>
            <a:off x="0" y="1846263"/>
            <a:ext cx="5157788" cy="3923349"/>
          </a:xfrm>
        </p:spPr>
        <p:txBody>
          <a:bodyPr>
            <a:normAutofit/>
          </a:bodyPr>
          <a:lstStyle/>
          <a:p>
            <a:pPr lvl="0" eaLnBrk="0" fontAlgn="base" hangingPunct="0">
              <a:lnSpc>
                <a:spcPct val="100000"/>
              </a:lnSpc>
              <a:spcBef>
                <a:spcPct val="0"/>
              </a:spcBef>
              <a:spcAft>
                <a:spcPct val="0"/>
              </a:spcAft>
              <a:buFont typeface="Wingdings" panose="05000000000000000000" pitchFamily="2" charset="2"/>
              <a:buChar char="ü"/>
            </a:pPr>
            <a:r>
              <a:rPr lang="en-US" altLang="en-US" sz="2200" dirty="0">
                <a:latin typeface="Cambria" panose="02040503050406030204" pitchFamily="18" charset="0"/>
                <a:ea typeface="Cambria" panose="02040503050406030204" pitchFamily="18" charset="0"/>
              </a:rPr>
              <a:t>The chart shows uneven performance across Guru IDs, indicating variability in contribution levels. </a:t>
            </a:r>
          </a:p>
          <a:p>
            <a:pPr lvl="0" eaLnBrk="0" fontAlgn="base" hangingPunct="0">
              <a:lnSpc>
                <a:spcPct val="100000"/>
              </a:lnSpc>
              <a:spcBef>
                <a:spcPct val="0"/>
              </a:spcBef>
              <a:spcAft>
                <a:spcPct val="0"/>
              </a:spcAft>
              <a:buFont typeface="Wingdings" panose="05000000000000000000" pitchFamily="2" charset="2"/>
              <a:buChar char="ü"/>
            </a:pPr>
            <a:endParaRPr lang="en-US" altLang="en-US" sz="2200" dirty="0">
              <a:latin typeface="Cambria" panose="02040503050406030204" pitchFamily="18" charset="0"/>
              <a:ea typeface="Cambria" panose="02040503050406030204" pitchFamily="18" charset="0"/>
            </a:endParaRPr>
          </a:p>
          <a:p>
            <a:pPr lvl="0" eaLnBrk="0" fontAlgn="base" hangingPunct="0">
              <a:lnSpc>
                <a:spcPct val="100000"/>
              </a:lnSpc>
              <a:spcBef>
                <a:spcPct val="0"/>
              </a:spcBef>
              <a:spcAft>
                <a:spcPct val="0"/>
              </a:spcAft>
              <a:buFont typeface="Wingdings" panose="05000000000000000000" pitchFamily="2" charset="2"/>
              <a:buChar char="ü"/>
            </a:pPr>
            <a:r>
              <a:rPr lang="en-US" altLang="en-US" sz="2200" dirty="0">
                <a:latin typeface="Cambria" panose="02040503050406030204" pitchFamily="18" charset="0"/>
                <a:ea typeface="Cambria" panose="02040503050406030204" pitchFamily="18" charset="0"/>
              </a:rPr>
              <a:t>A few gurus have significantly higher activity, while many remain at moderate or lower levels. </a:t>
            </a:r>
          </a:p>
          <a:p>
            <a:pPr marL="0" lvl="0" indent="0" eaLnBrk="0" fontAlgn="base" hangingPunct="0">
              <a:lnSpc>
                <a:spcPct val="100000"/>
              </a:lnSpc>
              <a:spcBef>
                <a:spcPct val="0"/>
              </a:spcBef>
              <a:spcAft>
                <a:spcPct val="0"/>
              </a:spcAft>
              <a:buNone/>
            </a:pPr>
            <a:endParaRPr lang="en-US" altLang="en-US" sz="2200" dirty="0">
              <a:latin typeface="Cambria" panose="02040503050406030204" pitchFamily="18" charset="0"/>
              <a:ea typeface="Cambria" panose="02040503050406030204" pitchFamily="18" charset="0"/>
            </a:endParaRPr>
          </a:p>
          <a:p>
            <a:pPr lvl="0" eaLnBrk="0" fontAlgn="base" hangingPunct="0">
              <a:lnSpc>
                <a:spcPct val="100000"/>
              </a:lnSpc>
              <a:spcBef>
                <a:spcPct val="0"/>
              </a:spcBef>
              <a:spcAft>
                <a:spcPct val="0"/>
              </a:spcAft>
              <a:buFont typeface="Wingdings" panose="05000000000000000000" pitchFamily="2" charset="2"/>
              <a:buChar char="ü"/>
            </a:pPr>
            <a:r>
              <a:rPr lang="en-US" altLang="en-US" sz="2200" dirty="0">
                <a:latin typeface="Cambria" panose="02040503050406030204" pitchFamily="18" charset="0"/>
                <a:ea typeface="Cambria" panose="02040503050406030204" pitchFamily="18" charset="0"/>
              </a:rPr>
              <a:t>This suggests the need to focus on improving consistency and boosting low-performing gurus.</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7AB3F863-25D4-2E9C-E080-0CD80D0E7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432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8C711-3C93-C21F-1389-9E3B6CC297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7CBAC4D-51C7-54D8-AC18-47D9469BEC39}"/>
              </a:ext>
            </a:extLst>
          </p:cNvPr>
          <p:cNvSpPr>
            <a:spLocks noGrp="1"/>
          </p:cNvSpPr>
          <p:nvPr>
            <p:ph type="title"/>
          </p:nvPr>
        </p:nvSpPr>
        <p:spPr>
          <a:xfrm>
            <a:off x="839787" y="457200"/>
            <a:ext cx="9892867" cy="1204452"/>
          </a:xfrm>
        </p:spPr>
        <p:txBody>
          <a:bodyPr anchor="ctr">
            <a:normAutofit/>
          </a:bodyPr>
          <a:lstStyle/>
          <a:p>
            <a:pPr algn="ctr"/>
            <a:r>
              <a:rPr lang="en-US" sz="3600" b="1" u="sng" dirty="0">
                <a:latin typeface="Cambria" panose="02040503050406030204" pitchFamily="18" charset="0"/>
                <a:ea typeface="Cambria" panose="02040503050406030204" pitchFamily="18" charset="0"/>
              </a:rPr>
              <a:t>Top 10 Agents (By Performance)</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graphicFrame>
        <p:nvGraphicFramePr>
          <p:cNvPr id="3" name="Picture Placeholder 2">
            <a:extLst>
              <a:ext uri="{FF2B5EF4-FFF2-40B4-BE49-F238E27FC236}">
                <a16:creationId xmlns:a16="http://schemas.microsoft.com/office/drawing/2014/main" id="{90DFBC41-DFEC-C4FD-406F-051C3B5F91E9}"/>
              </a:ext>
            </a:extLst>
          </p:cNvPr>
          <p:cNvGraphicFramePr>
            <a:graphicFrameLocks noGrp="1"/>
          </p:cNvGraphicFramePr>
          <p:nvPr>
            <p:ph type="pic" idx="1"/>
            <p:extLst>
              <p:ext uri="{D42A27DB-BD31-4B8C-83A1-F6EECF244321}">
                <p14:modId xmlns:p14="http://schemas.microsoft.com/office/powerpoint/2010/main" val="1495046621"/>
              </p:ext>
            </p:extLst>
          </p:nvPr>
        </p:nvGraphicFramePr>
        <p:xfrm>
          <a:off x="5543806" y="1497883"/>
          <a:ext cx="6172200" cy="41116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 Placeholder 5">
            <a:extLst>
              <a:ext uri="{FF2B5EF4-FFF2-40B4-BE49-F238E27FC236}">
                <a16:creationId xmlns:a16="http://schemas.microsoft.com/office/drawing/2014/main" id="{C22BF4E9-A244-4478-BD9B-054074C2A241}"/>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CDB6AA4F-46AC-C7F4-256C-F60BE4D83BA0}"/>
              </a:ext>
            </a:extLst>
          </p:cNvPr>
          <p:cNvSpPr>
            <a:spLocks noGrp="1"/>
          </p:cNvSpPr>
          <p:nvPr>
            <p:ph sz="half" idx="4294967295"/>
          </p:nvPr>
        </p:nvSpPr>
        <p:spPr>
          <a:xfrm>
            <a:off x="0" y="1846263"/>
            <a:ext cx="5157788" cy="3684587"/>
          </a:xfrm>
        </p:spPr>
        <p:txBody>
          <a:bodyPr>
            <a:normAutofit/>
          </a:bodyPr>
          <a:lstStyle/>
          <a:p>
            <a:pPr>
              <a:buClr>
                <a:schemeClr val="tx1">
                  <a:lumMod val="95000"/>
                  <a:lumOff val="5000"/>
                </a:schemeClr>
              </a:buClr>
              <a:buFont typeface="Courier New" panose="02070309020205020404" pitchFamily="49" charset="0"/>
              <a:buChar char="o"/>
            </a:pPr>
            <a:r>
              <a:rPr lang="en-US" sz="2000" dirty="0">
                <a:latin typeface="Cambria" panose="02040503050406030204" pitchFamily="18" charset="0"/>
                <a:ea typeface="Cambria" panose="02040503050406030204" pitchFamily="18" charset="0"/>
              </a:rPr>
              <a:t>Astro SHALINI  leads by a significant margin, managing more than twice the number of calls compared to other Gurus.</a:t>
            </a:r>
          </a:p>
          <a:p>
            <a:pPr>
              <a:buClr>
                <a:schemeClr val="tx1">
                  <a:lumMod val="95000"/>
                  <a:lumOff val="5000"/>
                </a:schemeClr>
              </a:buClr>
              <a:buFont typeface="Courier New" panose="02070309020205020404" pitchFamily="49" charset="0"/>
              <a:buChar char="o"/>
            </a:pPr>
            <a:endParaRPr lang="en-US" sz="2000" dirty="0">
              <a:latin typeface="Cambria" panose="02040503050406030204" pitchFamily="18" charset="0"/>
              <a:ea typeface="Cambria" panose="02040503050406030204" pitchFamily="18" charset="0"/>
            </a:endParaRPr>
          </a:p>
          <a:p>
            <a:pPr>
              <a:buClr>
                <a:schemeClr val="tx1">
                  <a:lumMod val="95000"/>
                  <a:lumOff val="5000"/>
                </a:schemeClr>
              </a:buClr>
              <a:buFont typeface="Courier New" panose="02070309020205020404" pitchFamily="49" charset="0"/>
              <a:buChar char="o"/>
            </a:pPr>
            <a:r>
              <a:rPr lang="en-US" sz="2000" dirty="0">
                <a:latin typeface="Cambria" panose="02040503050406030204" pitchFamily="18" charset="0"/>
                <a:ea typeface="Cambria" panose="02040503050406030204" pitchFamily="18" charset="0"/>
              </a:rPr>
              <a:t>The uneven distribution indicates a need to better balance workloads to ensure consistent service quality across the team.</a:t>
            </a:r>
          </a:p>
          <a:p>
            <a:pPr marL="0" indent="0">
              <a:buClr>
                <a:schemeClr val="tx1">
                  <a:lumMod val="95000"/>
                  <a:lumOff val="5000"/>
                </a:schemeClr>
              </a:buClr>
              <a:buNone/>
            </a:pPr>
            <a:r>
              <a:rPr lang="en-US" sz="2000">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a:p>
            <a:pPr>
              <a:buClr>
                <a:schemeClr val="tx1">
                  <a:lumMod val="95000"/>
                  <a:lumOff val="5000"/>
                </a:schemeClr>
              </a:buClr>
              <a:buFont typeface="Courier New" panose="02070309020205020404" pitchFamily="49" charset="0"/>
              <a:buChar char="o"/>
            </a:pPr>
            <a:r>
              <a:rPr lang="en-US" sz="2000" dirty="0">
                <a:latin typeface="Cambria" panose="02040503050406030204" pitchFamily="18" charset="0"/>
                <a:ea typeface="Cambria" panose="02040503050406030204" pitchFamily="18" charset="0"/>
              </a:rPr>
              <a:t>This also presents an opportunity for mentorship.</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343B65E3-240B-500C-5ADA-AB632812DD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789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7E3CA8-B580-156D-E97E-5D277E0A1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7988"/>
            <a:ext cx="12192000" cy="6587612"/>
          </a:xfrm>
          <a:prstGeom prst="rect">
            <a:avLst/>
          </a:prstGeom>
        </p:spPr>
      </p:pic>
    </p:spTree>
    <p:extLst>
      <p:ext uri="{BB962C8B-B14F-4D97-AF65-F5344CB8AC3E}">
        <p14:creationId xmlns:p14="http://schemas.microsoft.com/office/powerpoint/2010/main" val="253368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A702B-E3BA-012B-683D-B71DFE8497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C85B4F5-6751-D0D2-16B5-60F93D99B0FF}"/>
              </a:ext>
            </a:extLst>
          </p:cNvPr>
          <p:cNvSpPr>
            <a:spLocks noGrp="1"/>
          </p:cNvSpPr>
          <p:nvPr>
            <p:ph type="title"/>
          </p:nvPr>
        </p:nvSpPr>
        <p:spPr>
          <a:xfrm>
            <a:off x="839787" y="457200"/>
            <a:ext cx="9892867" cy="1204452"/>
          </a:xfrm>
        </p:spPr>
        <p:txBody>
          <a:bodyPr anchor="ctr">
            <a:normAutofit/>
          </a:bodyPr>
          <a:lstStyle/>
          <a:p>
            <a:pPr algn="ctr"/>
            <a:r>
              <a:rPr lang="en-IN" sz="3600" b="1" u="sng" dirty="0">
                <a:latin typeface="Cambria" panose="02040503050406030204" pitchFamily="18" charset="0"/>
                <a:ea typeface="Cambria" panose="02040503050406030204" pitchFamily="18" charset="0"/>
              </a:rPr>
              <a:t>Key Strategic Insights</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F03E8088-46E3-8476-D2B9-7F6D01AE0F7D}"/>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2DEE6301-0C73-F2F3-660D-DA81EC24DCF1}"/>
              </a:ext>
            </a:extLst>
          </p:cNvPr>
          <p:cNvSpPr>
            <a:spLocks noGrp="1"/>
          </p:cNvSpPr>
          <p:nvPr>
            <p:ph sz="half" idx="4294967295"/>
          </p:nvPr>
        </p:nvSpPr>
        <p:spPr>
          <a:xfrm>
            <a:off x="-1" y="1998284"/>
            <a:ext cx="11543071" cy="4688266"/>
          </a:xfrm>
        </p:spPr>
        <p:txBody>
          <a:bodyPr>
            <a:normAutofit/>
          </a:bodyPr>
          <a:lstStyle/>
          <a:p>
            <a:r>
              <a:rPr lang="en-US" sz="2000" b="1" u="sng" dirty="0">
                <a:latin typeface="Cambria" panose="02040503050406030204" pitchFamily="18" charset="0"/>
                <a:ea typeface="Cambria" panose="02040503050406030204" pitchFamily="18" charset="0"/>
              </a:rPr>
              <a:t>Modernize Technology Infrastructure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Adopt a cloud-based omnichannel platform with intelligent routing, real-time monitoring, and automated callbacks to reduce high failure rates (59% calls, 71% chats) and enhance service reliability and user experience. </a:t>
            </a:r>
          </a:p>
          <a:p>
            <a:r>
              <a:rPr lang="en-US" sz="2000" b="1" u="sng" dirty="0">
                <a:latin typeface="Cambria" panose="02040503050406030204" pitchFamily="18" charset="0"/>
                <a:ea typeface="Cambria" panose="02040503050406030204" pitchFamily="18" charset="0"/>
              </a:rPr>
              <a:t>Optimize Workforce Management (WFM)</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Leverage AI-driven scheduling, demand forecasting, and flexible staffing to better align resources with the extended 6 AM–5 PM peak period, minimizing agent fatigue and improving productivity and engagement. </a:t>
            </a:r>
          </a:p>
          <a:p>
            <a:r>
              <a:rPr lang="en-US" sz="2000" b="1" dirty="0">
                <a:latin typeface="Cambria" panose="02040503050406030204" pitchFamily="18" charset="0"/>
                <a:ea typeface="Cambria" panose="02040503050406030204" pitchFamily="18" charset="0"/>
              </a:rPr>
              <a:t>Implement Targeted Capability-Building </a:t>
            </a:r>
            <a:r>
              <a:rPr lang="en-US" sz="2000" b="1" u="sng" dirty="0">
                <a:latin typeface="Cambria" panose="02040503050406030204" pitchFamily="18" charset="0"/>
                <a:ea typeface="Cambria" panose="02040503050406030204" pitchFamily="18" charset="0"/>
              </a:rPr>
              <a:t>Programs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Strengthen the current 2.93/8 service rating through continuous, role-specific training focused on communication, tool proficiency, and customer engagement to improve overall service quality and performance. </a:t>
            </a:r>
          </a:p>
          <a:p>
            <a:pPr marL="0" indent="0">
              <a:buNone/>
            </a:pPr>
            <a:endParaRPr lang="en-US"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D3987B6E-D084-BD70-25F6-04A3C87A0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451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4F70C-C369-E3C9-E0D4-22F3F3703F0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302E4B-9A35-1D7A-70A8-E7988E992868}"/>
              </a:ext>
            </a:extLst>
          </p:cNvPr>
          <p:cNvSpPr>
            <a:spLocks noGrp="1"/>
          </p:cNvSpPr>
          <p:nvPr>
            <p:ph type="title"/>
          </p:nvPr>
        </p:nvSpPr>
        <p:spPr>
          <a:xfrm>
            <a:off x="839787" y="457200"/>
            <a:ext cx="9892867" cy="1204452"/>
          </a:xfrm>
        </p:spPr>
        <p:txBody>
          <a:bodyPr anchor="ctr">
            <a:normAutofit/>
          </a:bodyPr>
          <a:lstStyle/>
          <a:p>
            <a:pPr algn="ctr"/>
            <a:r>
              <a:rPr lang="en-IN" sz="3600" b="1" u="sng" dirty="0">
                <a:latin typeface="Cambria" panose="02040503050406030204" pitchFamily="18" charset="0"/>
                <a:ea typeface="Cambria" panose="02040503050406030204" pitchFamily="18" charset="0"/>
              </a:rPr>
              <a:t>Key Strategic Insights</a:t>
            </a: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04F76228-6C54-5B11-ED16-F5B5F9DA1F6F}"/>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90C5090A-4C21-4A6F-8076-7F747CDB421D}"/>
              </a:ext>
            </a:extLst>
          </p:cNvPr>
          <p:cNvSpPr>
            <a:spLocks noGrp="1"/>
          </p:cNvSpPr>
          <p:nvPr>
            <p:ph sz="half" idx="4294967295"/>
          </p:nvPr>
        </p:nvSpPr>
        <p:spPr>
          <a:xfrm>
            <a:off x="511277" y="1846263"/>
            <a:ext cx="10589341" cy="4840287"/>
          </a:xfrm>
        </p:spPr>
        <p:txBody>
          <a:bodyPr>
            <a:normAutofit/>
          </a:bodyPr>
          <a:lstStyle/>
          <a:p>
            <a:pPr>
              <a:buFont typeface="Wingdings" panose="05000000000000000000" pitchFamily="2" charset="2"/>
              <a:buChar char="§"/>
            </a:pPr>
            <a:r>
              <a:rPr lang="en-US" sz="2000" b="1" u="sng" dirty="0">
                <a:latin typeface="Cambria" panose="02040503050406030204" pitchFamily="18" charset="0"/>
                <a:ea typeface="Cambria" panose="02040503050406030204" pitchFamily="18" charset="0"/>
              </a:rPr>
              <a:t>Strengthen Channel Strategy for Revenue Growth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Since calls generate nearly 79% of total revenue while chats face high failure rates, prioritize stabilizing call operations and simultaneously enhance the chat   </a:t>
            </a:r>
          </a:p>
          <a:p>
            <a:pPr>
              <a:buFont typeface="Wingdings" panose="05000000000000000000" pitchFamily="2" charset="2"/>
              <a:buChar char="§"/>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US" sz="2000" b="1" u="sng" dirty="0">
                <a:latin typeface="Cambria" panose="02040503050406030204" pitchFamily="18" charset="0"/>
                <a:ea typeface="Cambria" panose="02040503050406030204" pitchFamily="18" charset="0"/>
              </a:rPr>
              <a:t>Implement AI-Driven Automation and Analytics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Minimize manual effort by deploying AI chatbots for initial customer support and using real-time analytics to track sentiment and performance  </a:t>
            </a:r>
          </a:p>
          <a:p>
            <a:pPr>
              <a:buFont typeface="Wingdings" panose="05000000000000000000" pitchFamily="2" charset="2"/>
              <a:buChar char="§"/>
            </a:pPr>
            <a:endParaRPr lang="en-US" sz="2000"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US" sz="2000" b="1" u="sng" dirty="0">
                <a:latin typeface="Cambria" panose="02040503050406030204" pitchFamily="18" charset="0"/>
                <a:ea typeface="Cambria" panose="02040503050406030204" pitchFamily="18" charset="0"/>
              </a:rPr>
              <a:t>Introduce Performance-Based Incentive Programs </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Correct workload imbalance—where the top 10 agents manage 44% of calls—by offering performance-linked incentives that reward efficiency, productivity, and high-quality customer service. </a:t>
            </a:r>
          </a:p>
          <a:p>
            <a:pPr marL="0" indent="0">
              <a:buNone/>
            </a:pPr>
            <a:endParaRPr lang="en-US" sz="1600"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D535C2D8-26B8-941F-D3F0-6A0789310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878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6F4D7-F6AF-B5E6-14E0-3C707F262E5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4576019-3DE4-122E-BEC9-96D5B957B97A}"/>
              </a:ext>
            </a:extLst>
          </p:cNvPr>
          <p:cNvSpPr>
            <a:spLocks noGrp="1"/>
          </p:cNvSpPr>
          <p:nvPr>
            <p:ph type="title"/>
          </p:nvPr>
        </p:nvSpPr>
        <p:spPr>
          <a:xfrm>
            <a:off x="855407" y="894736"/>
            <a:ext cx="9877248" cy="606080"/>
          </a:xfrm>
        </p:spPr>
        <p:txBody>
          <a:bodyPr anchor="ctr">
            <a:normAutofit fontScale="90000"/>
          </a:bodyPr>
          <a:lstStyle/>
          <a:p>
            <a:pPr algn="ctr"/>
            <a:r>
              <a:rPr lang="en-IN" sz="4000" b="1" u="sng" dirty="0">
                <a:latin typeface="Cambria" panose="02040503050406030204" pitchFamily="18" charset="0"/>
                <a:ea typeface="Cambria" panose="02040503050406030204" pitchFamily="18" charset="0"/>
              </a:rPr>
              <a:t>Conclusion </a:t>
            </a:r>
            <a:r>
              <a:rPr lang="en-IN" sz="4000" b="1" u="sng" dirty="0">
                <a:latin typeface="Cambria" panose="02040503050406030204" pitchFamily="18" charset="0"/>
                <a:ea typeface="Cambria" panose="02040503050406030204" pitchFamily="18" charset="0"/>
                <a:sym typeface="+mn-ea"/>
              </a:rPr>
              <a:t>Summary Of Findings</a:t>
            </a:r>
            <a:r>
              <a:rPr lang="en-IN" sz="4000" b="1" dirty="0">
                <a:latin typeface="Cambria" panose="02040503050406030204" pitchFamily="18" charset="0"/>
                <a:ea typeface="Cambria" panose="02040503050406030204" pitchFamily="18" charset="0"/>
              </a:rPr>
              <a:t> </a:t>
            </a:r>
            <a:br>
              <a:rPr lang="en-IN" sz="4800" dirty="0"/>
            </a:br>
            <a:br>
              <a:rPr lang="en-IN" dirty="0"/>
            </a:br>
            <a:endParaRPr lang="en-US" b="1" dirty="0"/>
          </a:p>
        </p:txBody>
      </p:sp>
      <p:sp>
        <p:nvSpPr>
          <p:cNvPr id="6" name="Text Placeholder 5">
            <a:extLst>
              <a:ext uri="{FF2B5EF4-FFF2-40B4-BE49-F238E27FC236}">
                <a16:creationId xmlns:a16="http://schemas.microsoft.com/office/drawing/2014/main" id="{8CB6C945-4C93-7364-5787-5FCB4A7FA400}"/>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3A841EF4-62A3-8F9C-0317-83FE022CA2EB}"/>
              </a:ext>
            </a:extLst>
          </p:cNvPr>
          <p:cNvSpPr>
            <a:spLocks noGrp="1"/>
          </p:cNvSpPr>
          <p:nvPr>
            <p:ph sz="half" idx="4294967295"/>
          </p:nvPr>
        </p:nvSpPr>
        <p:spPr>
          <a:xfrm>
            <a:off x="344129" y="1846264"/>
            <a:ext cx="10746657" cy="4611696"/>
          </a:xfrm>
        </p:spPr>
        <p:txBody>
          <a:bodyPr>
            <a:normAutofit/>
          </a:bodyPr>
          <a:lstStyle/>
          <a:p>
            <a:r>
              <a:rPr lang="en-US" sz="2000" b="1" dirty="0">
                <a:latin typeface="Cambria" panose="02040503050406030204" pitchFamily="18" charset="0"/>
                <a:ea typeface="Cambria" panose="02040503050406030204" pitchFamily="18" charset="0"/>
              </a:rPr>
              <a:t>Operational Challenges</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High system failure rates and uneven workload distribution have emerged as key operational constraints. </a:t>
            </a:r>
          </a:p>
          <a:p>
            <a:pPr marL="0" indent="0">
              <a:buNone/>
            </a:pPr>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Customer Satisfaction Concern</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An average customer satisfaction score of </a:t>
            </a:r>
            <a:r>
              <a:rPr lang="en-US" sz="2000" b="1" dirty="0">
                <a:latin typeface="Cambria" panose="02040503050406030204" pitchFamily="18" charset="0"/>
                <a:ea typeface="Cambria" panose="02040503050406030204" pitchFamily="18" charset="0"/>
              </a:rPr>
              <a:t>2.93/8</a:t>
            </a:r>
            <a:r>
              <a:rPr lang="en-US" sz="2000" dirty="0">
                <a:latin typeface="Cambria" panose="02040503050406030204" pitchFamily="18" charset="0"/>
                <a:ea typeface="Cambria" panose="02040503050406030204" pitchFamily="18" charset="0"/>
              </a:rPr>
              <a:t> highlights the urgent need to improve service quality and overall user experience. </a:t>
            </a:r>
          </a:p>
          <a:p>
            <a:endParaRPr lang="en-US" sz="2000" dirty="0">
              <a:latin typeface="Cambria" panose="02040503050406030204" pitchFamily="18" charset="0"/>
              <a:ea typeface="Cambria" panose="02040503050406030204" pitchFamily="18" charset="0"/>
            </a:endParaRPr>
          </a:p>
          <a:p>
            <a:r>
              <a:rPr lang="en-US" sz="2000" b="1" dirty="0">
                <a:latin typeface="Cambria" panose="02040503050406030204" pitchFamily="18" charset="0"/>
                <a:ea typeface="Cambria" panose="02040503050406030204" pitchFamily="18" charset="0"/>
              </a:rPr>
              <a:t> Revenue Channel Performance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Calls remain the dominant revenue driver, contributing </a:t>
            </a:r>
            <a:r>
              <a:rPr lang="en-US" sz="2000" b="1" dirty="0">
                <a:latin typeface="Cambria" panose="02040503050406030204" pitchFamily="18" charset="0"/>
                <a:ea typeface="Cambria" panose="02040503050406030204" pitchFamily="18" charset="0"/>
              </a:rPr>
              <a:t>79% of total revenue</a:t>
            </a:r>
            <a:r>
              <a:rPr lang="en-US" sz="2000" dirty="0">
                <a:latin typeface="Cambria" panose="02040503050406030204" pitchFamily="18" charset="0"/>
                <a:ea typeface="Cambria" panose="02040503050406030204" pitchFamily="18" charset="0"/>
              </a:rPr>
              <a:t>, while the chat channel continues to lag in performance and efficiency. </a:t>
            </a:r>
          </a:p>
          <a:p>
            <a:pPr marL="0" indent="0">
              <a:buNone/>
            </a:pPr>
            <a:endParaRPr lang="en-US" sz="1600" dirty="0"/>
          </a:p>
        </p:txBody>
      </p:sp>
      <p:pic>
        <p:nvPicPr>
          <p:cNvPr id="4" name="Picture 2" descr="AstroSage Kundli: AI Astrology – Apps on Google Play">
            <a:extLst>
              <a:ext uri="{FF2B5EF4-FFF2-40B4-BE49-F238E27FC236}">
                <a16:creationId xmlns:a16="http://schemas.microsoft.com/office/drawing/2014/main" id="{5A21CEF3-D606-DDF3-3B0C-7D48628BC0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101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69617-45B4-ACD3-EF11-43A41AE516A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B4219B-5628-9129-E671-61999DF4C947}"/>
              </a:ext>
            </a:extLst>
          </p:cNvPr>
          <p:cNvSpPr>
            <a:spLocks noGrp="1"/>
          </p:cNvSpPr>
          <p:nvPr>
            <p:ph type="title"/>
          </p:nvPr>
        </p:nvSpPr>
        <p:spPr>
          <a:xfrm>
            <a:off x="839787" y="835742"/>
            <a:ext cx="9892867" cy="665074"/>
          </a:xfrm>
        </p:spPr>
        <p:txBody>
          <a:bodyPr anchor="ctr">
            <a:normAutofit fontScale="90000"/>
          </a:bodyPr>
          <a:lstStyle/>
          <a:p>
            <a:pPr algn="ctr"/>
            <a:r>
              <a:rPr lang="en-IN" sz="3600" b="1" u="sng" dirty="0">
                <a:latin typeface="Cambria" panose="02040503050406030204" pitchFamily="18" charset="0"/>
                <a:ea typeface="Cambria" panose="02040503050406030204" pitchFamily="18" charset="0"/>
              </a:rPr>
              <a:t>Conclusion </a:t>
            </a:r>
            <a:r>
              <a:rPr lang="en-IN" sz="3600" b="1" u="sng" dirty="0">
                <a:latin typeface="Cambria" panose="02040503050406030204" pitchFamily="18" charset="0"/>
                <a:ea typeface="Cambria" panose="02040503050406030204" pitchFamily="18" charset="0"/>
                <a:sym typeface="+mn-ea"/>
              </a:rPr>
              <a:t>Summary Of Findings</a:t>
            </a:r>
            <a:r>
              <a:rPr lang="en-IN" sz="3600" dirty="0">
                <a:latin typeface="Cambria" panose="02040503050406030204" pitchFamily="18" charset="0"/>
                <a:ea typeface="Cambria" panose="02040503050406030204" pitchFamily="18" charset="0"/>
              </a:rPr>
              <a:t> </a:t>
            </a:r>
            <a:br>
              <a:rPr lang="en-IN" sz="4800" dirty="0">
                <a:latin typeface="Cambria" panose="02040503050406030204" pitchFamily="18" charset="0"/>
                <a:ea typeface="Cambria" panose="02040503050406030204" pitchFamily="18" charset="0"/>
              </a:rPr>
            </a:br>
            <a:br>
              <a:rPr lang="en-IN" dirty="0">
                <a:latin typeface="Cambria" panose="02040503050406030204" pitchFamily="18" charset="0"/>
                <a:ea typeface="Cambria" panose="02040503050406030204" pitchFamily="18" charset="0"/>
              </a:rPr>
            </a:br>
            <a:endParaRPr lang="en-US" b="1"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188C2F8C-D102-0F40-986B-4DEDD3C7B806}"/>
              </a:ext>
            </a:extLst>
          </p:cNvPr>
          <p:cNvSpPr>
            <a:spLocks noGrp="1"/>
          </p:cNvSpPr>
          <p:nvPr>
            <p:ph type="body" sz="half" idx="2"/>
          </p:nvPr>
        </p:nvSpPr>
        <p:spPr>
          <a:xfrm>
            <a:off x="1410058" y="6812281"/>
            <a:ext cx="3932237" cy="45719"/>
          </a:xfrm>
        </p:spPr>
        <p:txBody>
          <a:bodyPr>
            <a:normAutofit fontScale="25000" lnSpcReduction="20000"/>
          </a:bodyPr>
          <a:lstStyle/>
          <a:p>
            <a:endParaRPr lang="en-IN" sz="1600" i="1" dirty="0">
              <a:latin typeface="Cambria" panose="02040503050406030204" pitchFamily="18" charset="0"/>
              <a:ea typeface="Cambria" panose="020405030504060302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A87CCAB4-C659-B81E-BFEF-FFB1BDDCC087}"/>
              </a:ext>
            </a:extLst>
          </p:cNvPr>
          <p:cNvSpPr>
            <a:spLocks noGrp="1"/>
          </p:cNvSpPr>
          <p:nvPr>
            <p:ph sz="half" idx="4294967295"/>
          </p:nvPr>
        </p:nvSpPr>
        <p:spPr>
          <a:xfrm>
            <a:off x="403123" y="1846263"/>
            <a:ext cx="11159611" cy="4840287"/>
          </a:xfrm>
        </p:spPr>
        <p:txBody>
          <a:bodyPr>
            <a:normAutofit/>
          </a:bodyPr>
          <a:lstStyle/>
          <a:p>
            <a:r>
              <a:rPr lang="en-US" sz="2000" b="1" dirty="0">
                <a:latin typeface="Cambria" panose="02040503050406030204" pitchFamily="18" charset="0"/>
                <a:ea typeface="Cambria" panose="02040503050406030204" pitchFamily="18" charset="0"/>
              </a:rPr>
              <a:t>Modernize Technology Infrastructure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Upgrade existing systems to remove operational inefficiencies and ensure smoother, more reliable workflows. </a:t>
            </a:r>
          </a:p>
          <a:p>
            <a:r>
              <a:rPr lang="en-US" sz="2000" b="1" u="sng" dirty="0">
                <a:latin typeface="Cambria" panose="02040503050406030204" pitchFamily="18" charset="0"/>
                <a:ea typeface="Cambria" panose="02040503050406030204" pitchFamily="18" charset="0"/>
              </a:rPr>
              <a:t>Step 2: </a:t>
            </a:r>
            <a:r>
              <a:rPr lang="en-US" sz="2000" b="1" dirty="0">
                <a:latin typeface="Cambria" panose="02040503050406030204" pitchFamily="18" charset="0"/>
                <a:ea typeface="Cambria" panose="02040503050406030204" pitchFamily="18" charset="0"/>
              </a:rPr>
              <a:t>Strengthen Capabilities with Training &amp; AI</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Combine continuous skill development with AI-powered tools to improve service consistency and overall quality. </a:t>
            </a:r>
          </a:p>
          <a:p>
            <a:r>
              <a:rPr lang="en-US" sz="2000" b="1" u="sng" dirty="0">
                <a:latin typeface="Cambria" panose="02040503050406030204" pitchFamily="18" charset="0"/>
                <a:ea typeface="Cambria" panose="02040503050406030204" pitchFamily="18" charset="0"/>
              </a:rPr>
              <a:t>Step 3: </a:t>
            </a:r>
            <a:r>
              <a:rPr lang="en-US" sz="2000" b="1" dirty="0">
                <a:latin typeface="Cambria" panose="02040503050406030204" pitchFamily="18" charset="0"/>
                <a:ea typeface="Cambria" panose="02040503050406030204" pitchFamily="18" charset="0"/>
              </a:rPr>
              <a:t>Use Data-Driven Workforce Planning</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Apply smart scheduling and analytics to align staffing with demand and maximize agent productivity during peak hours. </a:t>
            </a:r>
          </a:p>
          <a:p>
            <a:r>
              <a:rPr lang="en-US" sz="2000" b="1" u="sng" dirty="0">
                <a:latin typeface="Cambria" panose="02040503050406030204" pitchFamily="18" charset="0"/>
                <a:ea typeface="Cambria" panose="02040503050406030204" pitchFamily="18" charset="0"/>
              </a:rPr>
              <a:t>Step 4: </a:t>
            </a:r>
            <a:r>
              <a:rPr lang="en-US" sz="2000" b="1" dirty="0">
                <a:latin typeface="Cambria" panose="02040503050406030204" pitchFamily="18" charset="0"/>
                <a:ea typeface="Cambria" panose="02040503050406030204" pitchFamily="18" charset="0"/>
              </a:rPr>
              <a:t>Build a Performance-Driven Culture</a:t>
            </a:r>
            <a:br>
              <a:rPr lang="en-US" sz="2000" dirty="0">
                <a:latin typeface="Cambria" panose="02040503050406030204" pitchFamily="18" charset="0"/>
                <a:ea typeface="Cambria" panose="02040503050406030204" pitchFamily="18" charset="0"/>
              </a:rPr>
            </a:br>
            <a:r>
              <a:rPr lang="en-US" sz="2000" dirty="0">
                <a:latin typeface="Cambria" panose="02040503050406030204" pitchFamily="18" charset="0"/>
                <a:ea typeface="Cambria" panose="02040503050406030204" pitchFamily="18" charset="0"/>
              </a:rPr>
              <a:t>Introduce performance-based rewards to boost motivation, maintain workload balance, and support long-term productivity. </a:t>
            </a:r>
          </a:p>
          <a:p>
            <a:pPr marL="0" indent="0">
              <a:buNone/>
            </a:pPr>
            <a:endParaRPr lang="en-US" sz="1600" dirty="0">
              <a:latin typeface="Cambria" panose="02040503050406030204" pitchFamily="18" charset="0"/>
              <a:ea typeface="Cambria" panose="02040503050406030204" pitchFamily="18" charset="0"/>
            </a:endParaRPr>
          </a:p>
        </p:txBody>
      </p:sp>
      <p:pic>
        <p:nvPicPr>
          <p:cNvPr id="4" name="Picture 2" descr="AstroSage Kundli: AI Astrology – Apps on Google Play">
            <a:extLst>
              <a:ext uri="{FF2B5EF4-FFF2-40B4-BE49-F238E27FC236}">
                <a16:creationId xmlns:a16="http://schemas.microsoft.com/office/drawing/2014/main" id="{D6A07299-1A14-9151-2E99-BC0CC39936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092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12BD7E1-EBC0-7909-320F-FB79CEA48035}"/>
              </a:ext>
            </a:extLst>
          </p:cNvPr>
          <p:cNvSpPr>
            <a:spLocks noGrp="1"/>
          </p:cNvSpPr>
          <p:nvPr>
            <p:ph type="title"/>
          </p:nvPr>
        </p:nvSpPr>
        <p:spPr/>
        <p:txBody>
          <a:bodyPr/>
          <a:lstStyle/>
          <a:p>
            <a:pPr algn="ctr"/>
            <a:r>
              <a:rPr lang="en-US" sz="3200" b="1" u="sng" dirty="0">
                <a:latin typeface="Cambria" panose="02040503050406030204" pitchFamily="18" charset="0"/>
                <a:ea typeface="Cambria" panose="02040503050406030204" pitchFamily="18" charset="0"/>
              </a:rPr>
              <a:t>RECOMMENDATION</a:t>
            </a:r>
            <a:br>
              <a:rPr lang="en-US" dirty="0"/>
            </a:br>
            <a:endParaRPr lang="en-US" dirty="0"/>
          </a:p>
        </p:txBody>
      </p:sp>
      <p:sp>
        <p:nvSpPr>
          <p:cNvPr id="12" name="Content Placeholder 11">
            <a:extLst>
              <a:ext uri="{FF2B5EF4-FFF2-40B4-BE49-F238E27FC236}">
                <a16:creationId xmlns:a16="http://schemas.microsoft.com/office/drawing/2014/main" id="{D29FE09C-7F9D-2337-5244-0B2B56B6AB46}"/>
              </a:ext>
            </a:extLst>
          </p:cNvPr>
          <p:cNvSpPr>
            <a:spLocks noGrp="1"/>
          </p:cNvSpPr>
          <p:nvPr>
            <p:ph idx="1"/>
          </p:nvPr>
        </p:nvSpPr>
        <p:spPr>
          <a:xfrm>
            <a:off x="838200" y="1825625"/>
            <a:ext cx="10515600" cy="3159330"/>
          </a:xfrm>
        </p:spPr>
        <p:txBody>
          <a:bodyPr>
            <a:normAutofit/>
          </a:bodyPr>
          <a:lstStyle/>
          <a:p>
            <a:pPr marL="0" indent="0">
              <a:buNone/>
            </a:pPr>
            <a:r>
              <a:rPr lang="en-US" sz="2000" b="1" dirty="0">
                <a:latin typeface="Cambria" panose="02040503050406030204" pitchFamily="18" charset="0"/>
                <a:ea typeface="Cambria" panose="02040503050406030204" pitchFamily="18" charset="0"/>
              </a:rPr>
              <a:t>Reference (Investment Allocation Plan 1 crore rupees)</a:t>
            </a:r>
            <a:endParaRPr lang="en-US" sz="2000" dirty="0">
              <a:latin typeface="Cambria" panose="02040503050406030204" pitchFamily="18" charset="0"/>
              <a:ea typeface="Cambria" panose="02040503050406030204" pitchFamily="18" charset="0"/>
            </a:endParaRPr>
          </a:p>
          <a:p>
            <a:pPr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₹25 Lakhs – </a:t>
            </a:r>
            <a:r>
              <a:rPr lang="en-US" sz="2000" dirty="0">
                <a:latin typeface="Cambria" panose="02040503050406030204" pitchFamily="18" charset="0"/>
                <a:ea typeface="Cambria" panose="02040503050406030204" pitchFamily="18" charset="0"/>
              </a:rPr>
              <a:t>Agent Training &amp; Quality Improvement </a:t>
            </a:r>
          </a:p>
          <a:p>
            <a:pPr lvl="0"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₹30 Lakhs – </a:t>
            </a:r>
            <a:r>
              <a:rPr lang="en-US" sz="2000" dirty="0">
                <a:latin typeface="Cambria" panose="02040503050406030204" pitchFamily="18" charset="0"/>
                <a:ea typeface="Cambria" panose="02040503050406030204" pitchFamily="18" charset="0"/>
              </a:rPr>
              <a:t>Technology &amp; Automation Tools </a:t>
            </a:r>
          </a:p>
          <a:p>
            <a:pPr lvl="0"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₹20 Lakhs – </a:t>
            </a:r>
            <a:r>
              <a:rPr lang="en-US" sz="2000" dirty="0">
                <a:latin typeface="Cambria" panose="02040503050406030204" pitchFamily="18" charset="0"/>
                <a:ea typeface="Cambria" panose="02040503050406030204" pitchFamily="18" charset="0"/>
              </a:rPr>
              <a:t>Hiring &amp; Capacity Expansion </a:t>
            </a:r>
          </a:p>
          <a:p>
            <a:pPr lvl="0"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₹10 Lakhs – </a:t>
            </a:r>
            <a:r>
              <a:rPr lang="en-US" sz="2000" dirty="0">
                <a:latin typeface="Cambria" panose="02040503050406030204" pitchFamily="18" charset="0"/>
                <a:ea typeface="Cambria" panose="02040503050406030204" pitchFamily="18" charset="0"/>
              </a:rPr>
              <a:t>Performance Incentives &amp; Retention </a:t>
            </a:r>
          </a:p>
          <a:p>
            <a:pPr lvl="0"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₹10 Lakhs – </a:t>
            </a:r>
            <a:r>
              <a:rPr lang="en-US" sz="2000" dirty="0">
                <a:latin typeface="Cambria" panose="02040503050406030204" pitchFamily="18" charset="0"/>
                <a:ea typeface="Cambria" panose="02040503050406030204" pitchFamily="18" charset="0"/>
              </a:rPr>
              <a:t>Digital Infrastructure &amp; Cloud Upgrades </a:t>
            </a:r>
          </a:p>
          <a:p>
            <a:pPr lvl="0" algn="just">
              <a:buFont typeface="Wingdings" panose="05000000000000000000" pitchFamily="2" charset="2"/>
              <a:buChar char="v"/>
            </a:pPr>
            <a:r>
              <a:rPr lang="en-US" sz="2000" b="1" dirty="0">
                <a:latin typeface="Cambria" panose="02040503050406030204" pitchFamily="18" charset="0"/>
                <a:ea typeface="Cambria" panose="02040503050406030204" pitchFamily="18" charset="0"/>
              </a:rPr>
              <a:t>₹5 Lakhs – </a:t>
            </a:r>
            <a:r>
              <a:rPr lang="en-US" sz="2000" dirty="0">
                <a:latin typeface="Cambria" panose="02040503050406030204" pitchFamily="18" charset="0"/>
                <a:ea typeface="Cambria" panose="02040503050406030204" pitchFamily="18" charset="0"/>
              </a:rPr>
              <a:t>Customer Feedback &amp; Analytics Systems </a:t>
            </a:r>
          </a:p>
          <a:p>
            <a:endParaRPr lang="en-US" dirty="0"/>
          </a:p>
        </p:txBody>
      </p:sp>
      <p:pic>
        <p:nvPicPr>
          <p:cNvPr id="13" name="Content Placeholder 7">
            <a:extLst>
              <a:ext uri="{FF2B5EF4-FFF2-40B4-BE49-F238E27FC236}">
                <a16:creationId xmlns:a16="http://schemas.microsoft.com/office/drawing/2014/main" id="{18575331-C934-F219-11BB-525D3B382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304" y="5290922"/>
            <a:ext cx="11036808" cy="1060307"/>
          </a:xfrm>
          <a:prstGeom prst="rect">
            <a:avLst/>
          </a:prstGeom>
        </p:spPr>
      </p:pic>
    </p:spTree>
    <p:extLst>
      <p:ext uri="{BB962C8B-B14F-4D97-AF65-F5344CB8AC3E}">
        <p14:creationId xmlns:p14="http://schemas.microsoft.com/office/powerpoint/2010/main" val="2760716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330F8-9612-2F63-EAFF-4272D95DC646}"/>
              </a:ext>
            </a:extLst>
          </p:cNvPr>
          <p:cNvSpPr>
            <a:spLocks noGrp="1"/>
          </p:cNvSpPr>
          <p:nvPr>
            <p:ph type="title"/>
          </p:nvPr>
        </p:nvSpPr>
        <p:spPr/>
        <p:txBody>
          <a:bodyPr>
            <a:normAutofit/>
          </a:bodyPr>
          <a:lstStyle/>
          <a:p>
            <a:pPr algn="ctr"/>
            <a:r>
              <a:rPr lang="en-US" sz="3600" b="1" u="sng" dirty="0">
                <a:latin typeface="Cambria" panose="02040503050406030204" pitchFamily="18" charset="0"/>
                <a:ea typeface="Cambria" panose="02040503050406030204" pitchFamily="18" charset="0"/>
              </a:rPr>
              <a:t>FINAL EXPECTED OUTCOME</a:t>
            </a:r>
          </a:p>
        </p:txBody>
      </p:sp>
      <p:sp>
        <p:nvSpPr>
          <p:cNvPr id="3" name="Content Placeholder 2">
            <a:extLst>
              <a:ext uri="{FF2B5EF4-FFF2-40B4-BE49-F238E27FC236}">
                <a16:creationId xmlns:a16="http://schemas.microsoft.com/office/drawing/2014/main" id="{9FC0ED7F-52E7-B9CA-3A8B-7943BAD6A6C0}"/>
              </a:ext>
            </a:extLst>
          </p:cNvPr>
          <p:cNvSpPr>
            <a:spLocks noGrp="1"/>
          </p:cNvSpPr>
          <p:nvPr>
            <p:ph idx="1"/>
          </p:nvPr>
        </p:nvSpPr>
        <p:spPr/>
        <p:txBody>
          <a:bodyPr/>
          <a:lstStyle/>
          <a:p>
            <a:pPr lvl="0">
              <a:buFont typeface="Wingdings" panose="05000000000000000000" pitchFamily="2" charset="2"/>
              <a:buChar char="q"/>
            </a:pPr>
            <a:r>
              <a:rPr lang="en-US" sz="2000" b="1" dirty="0">
                <a:latin typeface="Cambria" panose="02040503050406030204" pitchFamily="18" charset="0"/>
                <a:ea typeface="Cambria" panose="02040503050406030204" pitchFamily="18" charset="0"/>
              </a:rPr>
              <a:t>20–30% reduction</a:t>
            </a:r>
            <a:r>
              <a:rPr lang="en-US" sz="2000" dirty="0">
                <a:latin typeface="Cambria" panose="02040503050406030204" pitchFamily="18" charset="0"/>
                <a:ea typeface="Cambria" panose="02040503050406030204" pitchFamily="18" charset="0"/>
              </a:rPr>
              <a:t> in failed and incomplete calls </a:t>
            </a:r>
          </a:p>
          <a:p>
            <a:pPr lvl="0">
              <a:buFont typeface="Wingdings" panose="05000000000000000000" pitchFamily="2" charset="2"/>
              <a:buChar char="q"/>
            </a:pPr>
            <a:r>
              <a:rPr lang="en-US" sz="2000" dirty="0">
                <a:latin typeface="Cambria" panose="02040503050406030204" pitchFamily="18" charset="0"/>
                <a:ea typeface="Cambria" panose="02040503050406030204" pitchFamily="18" charset="0"/>
              </a:rPr>
              <a:t>Improvement in </a:t>
            </a:r>
            <a:r>
              <a:rPr lang="en-US" sz="2000" b="1" dirty="0">
                <a:latin typeface="Cambria" panose="02040503050406030204" pitchFamily="18" charset="0"/>
                <a:ea typeface="Cambria" panose="02040503050406030204" pitchFamily="18" charset="0"/>
              </a:rPr>
              <a:t>customer satisfaction (CSAT increase by ~1 point)</a:t>
            </a:r>
            <a:r>
              <a:rPr lang="en-US" sz="2000" dirty="0">
                <a:latin typeface="Cambria" panose="02040503050406030204" pitchFamily="18" charset="0"/>
                <a:ea typeface="Cambria" panose="02040503050406030204" pitchFamily="18" charset="0"/>
              </a:rPr>
              <a:t> </a:t>
            </a:r>
          </a:p>
          <a:p>
            <a:pPr lvl="0">
              <a:buFont typeface="Wingdings" panose="05000000000000000000" pitchFamily="2" charset="2"/>
              <a:buChar char="q"/>
            </a:pPr>
            <a:r>
              <a:rPr lang="en-US" sz="2000" dirty="0">
                <a:latin typeface="Cambria" panose="02040503050406030204" pitchFamily="18" charset="0"/>
                <a:ea typeface="Cambria" panose="02040503050406030204" pitchFamily="18" charset="0"/>
              </a:rPr>
              <a:t>Faster query resolution and enhanced service quality </a:t>
            </a:r>
          </a:p>
          <a:p>
            <a:pPr lvl="0">
              <a:buFont typeface="Wingdings" panose="05000000000000000000" pitchFamily="2" charset="2"/>
              <a:buChar char="q"/>
            </a:pPr>
            <a:r>
              <a:rPr lang="en-US" sz="2000" dirty="0">
                <a:latin typeface="Cambria" panose="02040503050406030204" pitchFamily="18" charset="0"/>
                <a:ea typeface="Cambria" panose="02040503050406030204" pitchFamily="18" charset="0"/>
              </a:rPr>
              <a:t>Better workload distribution and reduced agent burnout </a:t>
            </a:r>
          </a:p>
          <a:p>
            <a:pPr lvl="0">
              <a:buFont typeface="Wingdings" panose="05000000000000000000" pitchFamily="2" charset="2"/>
              <a:buChar char="q"/>
            </a:pPr>
            <a:r>
              <a:rPr lang="en-US" sz="2000" dirty="0">
                <a:latin typeface="Cambria" panose="02040503050406030204" pitchFamily="18" charset="0"/>
                <a:ea typeface="Cambria" panose="02040503050406030204" pitchFamily="18" charset="0"/>
              </a:rPr>
              <a:t>Increased revenue through improved efficiency and conversion rates </a:t>
            </a:r>
          </a:p>
          <a:p>
            <a:endParaRPr lang="en-US" dirty="0"/>
          </a:p>
        </p:txBody>
      </p:sp>
      <p:pic>
        <p:nvPicPr>
          <p:cNvPr id="4" name="Content Placeholder 7">
            <a:extLst>
              <a:ext uri="{FF2B5EF4-FFF2-40B4-BE49-F238E27FC236}">
                <a16:creationId xmlns:a16="http://schemas.microsoft.com/office/drawing/2014/main" id="{D3525124-FB45-0C04-E248-C74CE3735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659" y="5251593"/>
            <a:ext cx="11036808" cy="1060307"/>
          </a:xfrm>
          <a:prstGeom prst="rect">
            <a:avLst/>
          </a:prstGeom>
        </p:spPr>
      </p:pic>
    </p:spTree>
    <p:extLst>
      <p:ext uri="{BB962C8B-B14F-4D97-AF65-F5344CB8AC3E}">
        <p14:creationId xmlns:p14="http://schemas.microsoft.com/office/powerpoint/2010/main" val="969072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C8716-3539-8870-B50A-66BDA4875218}"/>
            </a:ext>
          </a:extLst>
        </p:cNvPr>
        <p:cNvGrpSpPr/>
        <p:nvPr/>
      </p:nvGrpSpPr>
      <p:grpSpPr>
        <a:xfrm>
          <a:off x="0" y="0"/>
          <a:ext cx="0" cy="0"/>
          <a:chOff x="0" y="0"/>
          <a:chExt cx="0" cy="0"/>
        </a:xfrm>
      </p:grpSpPr>
      <p:pic>
        <p:nvPicPr>
          <p:cNvPr id="4" name="Picture 2" descr="AstroSage Kundli: AI Astrology – Apps on Google Play">
            <a:extLst>
              <a:ext uri="{FF2B5EF4-FFF2-40B4-BE49-F238E27FC236}">
                <a16:creationId xmlns:a16="http://schemas.microsoft.com/office/drawing/2014/main" id="{74FFF0B1-3B7C-A07A-3FFB-D19369CC1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2790AD4E-4595-CF98-05C4-2815B3F2CE8E}"/>
              </a:ext>
            </a:extLst>
          </p:cNvPr>
          <p:cNvSpPr>
            <a:spLocks noGrp="1"/>
          </p:cNvSpPr>
          <p:nvPr>
            <p:ph type="title"/>
          </p:nvPr>
        </p:nvSpPr>
        <p:spPr/>
        <p:txBody>
          <a:bodyPr>
            <a:normAutofit/>
          </a:bodyPr>
          <a:lstStyle/>
          <a:p>
            <a:pPr algn="ctr"/>
            <a:r>
              <a:rPr lang="en-IN" sz="3600" b="1" u="sng" dirty="0">
                <a:latin typeface="Cambria" panose="02040503050406030204" pitchFamily="18" charset="0"/>
                <a:ea typeface="Cambria" panose="02040503050406030204" pitchFamily="18" charset="0"/>
              </a:rPr>
              <a:t>Final Outlook</a:t>
            </a:r>
            <a:endParaRPr lang="en-US" sz="3600" b="1" u="sng" dirty="0">
              <a:latin typeface="Cambria" panose="02040503050406030204" pitchFamily="18" charset="0"/>
              <a:ea typeface="Cambria" panose="02040503050406030204" pitchFamily="18" charset="0"/>
            </a:endParaRPr>
          </a:p>
        </p:txBody>
      </p:sp>
      <p:sp>
        <p:nvSpPr>
          <p:cNvPr id="6" name="Content Placeholder 5">
            <a:extLst>
              <a:ext uri="{FF2B5EF4-FFF2-40B4-BE49-F238E27FC236}">
                <a16:creationId xmlns:a16="http://schemas.microsoft.com/office/drawing/2014/main" id="{DF84F2F8-F71F-26AE-1724-2961ADFEB1CB}"/>
              </a:ext>
            </a:extLst>
          </p:cNvPr>
          <p:cNvSpPr>
            <a:spLocks noGrp="1"/>
          </p:cNvSpPr>
          <p:nvPr>
            <p:ph idx="1"/>
          </p:nvPr>
        </p:nvSpPr>
        <p:spPr/>
        <p:txBody>
          <a:bodyPr/>
          <a:lstStyle/>
          <a:p>
            <a:r>
              <a:rPr lang="en-US" dirty="0">
                <a:solidFill>
                  <a:srgbClr val="002060"/>
                </a:solidFill>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Strengthen customer satisfaction and loyalty</a:t>
            </a:r>
            <a:r>
              <a:rPr lang="en-US" sz="2000" dirty="0">
                <a:latin typeface="Cambria" panose="02040503050406030204" pitchFamily="18" charset="0"/>
                <a:ea typeface="Cambria" panose="02040503050406030204" pitchFamily="18" charset="0"/>
              </a:rPr>
              <a:t> by delivering reliable, high-quality service experiences.</a:t>
            </a:r>
          </a:p>
          <a:p>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Improve operational efficiency</a:t>
            </a:r>
            <a:r>
              <a:rPr lang="en-US" sz="2000" dirty="0">
                <a:latin typeface="Cambria" panose="02040503050406030204" pitchFamily="18" charset="0"/>
                <a:ea typeface="Cambria" panose="02040503050406030204" pitchFamily="18" charset="0"/>
              </a:rPr>
              <a:t> through smart automation and optimized workforce scheduling.</a:t>
            </a:r>
          </a:p>
          <a:p>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Increase profitability</a:t>
            </a:r>
            <a:r>
              <a:rPr lang="en-US" sz="2000" dirty="0">
                <a:latin typeface="Cambria" panose="02040503050406030204" pitchFamily="18" charset="0"/>
                <a:ea typeface="Cambria" panose="02040503050406030204" pitchFamily="18" charset="0"/>
              </a:rPr>
              <a:t> by boosting completion rates and optimizing revenue channels.</a:t>
            </a:r>
          </a:p>
          <a:p>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Build a motivated and balanced workforce</a:t>
            </a:r>
            <a:r>
              <a:rPr lang="en-US" sz="2000" dirty="0">
                <a:latin typeface="Cambria" panose="02040503050406030204" pitchFamily="18" charset="0"/>
                <a:ea typeface="Cambria" panose="02040503050406030204" pitchFamily="18" charset="0"/>
              </a:rPr>
              <a:t> focused on consistently providing excellent customer service.</a:t>
            </a:r>
          </a:p>
          <a:p>
            <a:pPr marL="0" indent="0">
              <a:buNone/>
            </a:pPr>
            <a:endParaRPr lang="en-US" dirty="0"/>
          </a:p>
        </p:txBody>
      </p:sp>
      <p:pic>
        <p:nvPicPr>
          <p:cNvPr id="2" name="Content Placeholder 7">
            <a:extLst>
              <a:ext uri="{FF2B5EF4-FFF2-40B4-BE49-F238E27FC236}">
                <a16:creationId xmlns:a16="http://schemas.microsoft.com/office/drawing/2014/main" id="{90ED2749-089F-5B6B-B401-51DA8C7CE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659" y="5251593"/>
            <a:ext cx="11036808" cy="1060307"/>
          </a:xfrm>
          <a:prstGeom prst="rect">
            <a:avLst/>
          </a:prstGeom>
        </p:spPr>
      </p:pic>
    </p:spTree>
    <p:extLst>
      <p:ext uri="{BB962C8B-B14F-4D97-AF65-F5344CB8AC3E}">
        <p14:creationId xmlns:p14="http://schemas.microsoft.com/office/powerpoint/2010/main" val="1320431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DC65-86F9-6B30-9D76-0C6CAD0E46DE}"/>
            </a:ext>
          </a:extLst>
        </p:cNvPr>
        <p:cNvGrpSpPr/>
        <p:nvPr/>
      </p:nvGrpSpPr>
      <p:grpSpPr>
        <a:xfrm>
          <a:off x="0" y="0"/>
          <a:ext cx="0" cy="0"/>
          <a:chOff x="0" y="0"/>
          <a:chExt cx="0" cy="0"/>
        </a:xfrm>
      </p:grpSpPr>
      <p:pic>
        <p:nvPicPr>
          <p:cNvPr id="4" name="Picture 2" descr="AstroSage Kundli: AI Astrology – Apps on Google Play">
            <a:extLst>
              <a:ext uri="{FF2B5EF4-FFF2-40B4-BE49-F238E27FC236}">
                <a16:creationId xmlns:a16="http://schemas.microsoft.com/office/drawing/2014/main" id="{60169E4D-1AF0-0797-1350-45E570961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32655" y="0"/>
            <a:ext cx="1459345" cy="140392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0+ Thank You Pictures | Download Free Images on Unsplash">
            <a:extLst>
              <a:ext uri="{FF2B5EF4-FFF2-40B4-BE49-F238E27FC236}">
                <a16:creationId xmlns:a16="http://schemas.microsoft.com/office/drawing/2014/main" id="{BAA3CD76-BA71-97C5-8767-3CF369EF7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590" y="1079946"/>
            <a:ext cx="10459065" cy="569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203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368</TotalTime>
  <Words>1267</Words>
  <Application>Microsoft Office PowerPoint</Application>
  <PresentationFormat>Widescreen</PresentationFormat>
  <Paragraphs>122</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Cambria</vt:lpstr>
      <vt:lpstr>Courier New</vt:lpstr>
      <vt:lpstr>Times New Roman</vt:lpstr>
      <vt:lpstr>Wingdings</vt:lpstr>
      <vt:lpstr>Office Theme</vt:lpstr>
      <vt:lpstr>AstroSage Call Center Optimization  Strategic Investment Analysis for Operational Excellence</vt:lpstr>
      <vt:lpstr>Problem Statement    AstroSage runs a large, multi-channel call center that handles thousands of customer interactions each day. However, increasing customer expectations, seasonal fluctuations in demand, and operational inefficiencies are putting pressure on profitability. This analysis highlights key performance gaps and proposes a strategic investment of ₹1 Crore to streamline operations and improve overall customer satisfaction. </vt:lpstr>
      <vt:lpstr>Data Overview</vt:lpstr>
      <vt:lpstr>Data Cleaning &amp; Preparation</vt:lpstr>
      <vt:lpstr>Analytical Approach</vt:lpstr>
      <vt:lpstr>DayWise Change in Call Volume </vt:lpstr>
      <vt:lpstr>Revenue Generated By Each Category </vt:lpstr>
      <vt:lpstr>Website Distribution </vt:lpstr>
      <vt:lpstr>Call Status Distribution </vt:lpstr>
      <vt:lpstr>Chat Status Distribution </vt:lpstr>
      <vt:lpstr>Hourly Load Patterns &amp; Peak Hours </vt:lpstr>
      <vt:lpstr>Guru Evaluation Score: 8 out of 8 </vt:lpstr>
      <vt:lpstr>Top 10 Agents (By Performance) </vt:lpstr>
      <vt:lpstr>PowerPoint Presentation</vt:lpstr>
      <vt:lpstr>Key Strategic Insights </vt:lpstr>
      <vt:lpstr>Key Strategic Insights </vt:lpstr>
      <vt:lpstr>Conclusion Summary Of Findings   </vt:lpstr>
      <vt:lpstr>Conclusion Summary Of Findings   </vt:lpstr>
      <vt:lpstr>RECOMMENDATION </vt:lpstr>
      <vt:lpstr>FINAL EXPECTED OUTCOME</vt:lpstr>
      <vt:lpstr>Final Outlook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Purushotam Kumar</cp:lastModifiedBy>
  <cp:revision>7</cp:revision>
  <dcterms:created xsi:type="dcterms:W3CDTF">2026-03-01T12:43:03Z</dcterms:created>
  <dcterms:modified xsi:type="dcterms:W3CDTF">2026-08-28T18:53:03Z</dcterms:modified>
</cp:coreProperties>
</file>